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간이 매뉴얼" id="{935a162b-4300-8dce-293e-c50f47db3e61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7033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필리핀 선교 앱 간이 매뉴얼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late"/>
          <p:cNvSpPr/>
          <p:nvPr/>
        </p:nvSpPr>
        <p:spPr>
          <a:xfrm>
            <a:off x="822960" y="640080"/>
            <a:ext cx="22860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</p:spPr>
      </p:sp>
      <p:pic>
        <p:nvPicPr>
          <p:cNvPr id="3" name="강남교회 로고" descr="강남교회 로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04672"/>
            <a:ext cx="1920240" cy="5486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필리핀 선교 앱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설치·사용 간이 매뉴얼</a:t>
            </a:r>
            <a:endParaRPr lang="en-US" sz="48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822960" y="3703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구글 드라이브 링크로 받아 설치하고 쓰는 방법을 한눈에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(삼성 갤럭시 기준)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설치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설치 방법: 6단계, 약 10분</a:t>
            </a:r>
            <a:endParaRPr lang="en-US" sz="32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0020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Step badge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링크 열고 다운로드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드라이브 링크 &gt; ⋮ &gt; 다운로드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경고가 나오면 ‘그래도 다운로드’</a:t>
            </a:r>
            <a:endParaRPr lang="en-US" sz="1500" dirty="0"/>
          </a:p>
        </p:txBody>
      </p:sp>
      <p:sp>
        <p:nvSpPr>
          <p:cNvPr id="8" name="Step card 2"/>
          <p:cNvSpPr/>
          <p:nvPr/>
        </p:nvSpPr>
        <p:spPr>
          <a:xfrm>
            <a:off x="4297680" y="160020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9" name="Step badge"/>
          <p:cNvSpPr/>
          <p:nvPr/>
        </p:nvSpPr>
        <p:spPr>
          <a:xfrm>
            <a:off x="4526280" y="18013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APK 열기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알림창 또는 내 파일 &gt; 다운로드 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PhilMission….apk</a:t>
            </a:r>
            <a:endParaRPr lang="en-US" sz="1500" dirty="0"/>
          </a:p>
        </p:txBody>
      </p:sp>
      <p:sp>
        <p:nvSpPr>
          <p:cNvPr id="12" name="Step card 3"/>
          <p:cNvSpPr/>
          <p:nvPr/>
        </p:nvSpPr>
        <p:spPr>
          <a:xfrm>
            <a:off x="8046720" y="160020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3" name="Step badge"/>
          <p:cNvSpPr/>
          <p:nvPr/>
        </p:nvSpPr>
        <p:spPr>
          <a:xfrm>
            <a:off x="8275320" y="18013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1783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알 수 없는 앱 허용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68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차단 안내에서 ‘설정’ 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‘이 출처 허용’ 켜기</a:t>
            </a:r>
            <a:endParaRPr lang="en-US" sz="1500" dirty="0"/>
          </a:p>
        </p:txBody>
      </p:sp>
      <p:sp>
        <p:nvSpPr>
          <p:cNvPr id="16" name="Step card 4"/>
          <p:cNvSpPr/>
          <p:nvPr/>
        </p:nvSpPr>
        <p:spPr>
          <a:xfrm>
            <a:off x="548640" y="384048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Step badge"/>
          <p:cNvSpPr/>
          <p:nvPr/>
        </p:nvSpPr>
        <p:spPr>
          <a:xfrm>
            <a:off x="777240" y="40416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자동 차단 끄기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막힐 때만: 설정 &gt; 보안 및 개인정보 보호 &gt; 자동 차단 끄기</a:t>
            </a:r>
            <a:endParaRPr lang="en-US" sz="1500" dirty="0"/>
          </a:p>
        </p:txBody>
      </p:sp>
      <p:sp>
        <p:nvSpPr>
          <p:cNvPr id="20" name="Step card 5"/>
          <p:cNvSpPr/>
          <p:nvPr/>
        </p:nvSpPr>
        <p:spPr>
          <a:xfrm>
            <a:off x="4297680" y="384048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1" name="Step badge"/>
          <p:cNvSpPr/>
          <p:nvPr/>
        </p:nvSpPr>
        <p:spPr>
          <a:xfrm>
            <a:off x="4526280" y="40416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설치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Play 프로텍트 경고에서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‘자세히’ &gt; ‘무시하고 설치’</a:t>
            </a:r>
            <a:endParaRPr lang="en-US" sz="1500" dirty="0"/>
          </a:p>
        </p:txBody>
      </p:sp>
      <p:sp>
        <p:nvSpPr>
          <p:cNvPr id="24" name="Step card 6"/>
          <p:cNvSpPr/>
          <p:nvPr/>
        </p:nvSpPr>
        <p:spPr>
          <a:xfrm>
            <a:off x="8046720" y="3840480"/>
            <a:ext cx="36118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5" name="Step badge"/>
          <p:cNvSpPr/>
          <p:nvPr/>
        </p:nvSpPr>
        <p:spPr>
          <a:xfrm>
            <a:off x="8275320" y="40416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4023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보안 설정 되돌리기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7091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자동 차단 다시 켜기, ‘알 수 없는 앱 설치’ 허용 끄기, APK 삭제</a:t>
            </a:r>
            <a:endParaRPr lang="en-US" sz="1500" dirty="0"/>
          </a:p>
        </p:txBody>
      </p:sp>
      <p:sp>
        <p:nvSpPr>
          <p:cNvPr id="28" name="Note"/>
          <p:cNvSpPr txBox="1"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※ 메뉴 이름은 기기·버전에 따라 조금 다를 수 있습니다. 설치 중 나오는 보안 경고는 플레이 스토어 밖의 앱이라서 나오는 정상 안내입니다.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설치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막힐 때와 주의할 점</a:t>
            </a:r>
            <a:endParaRPr lang="en-US" sz="3200" dirty="0"/>
          </a:p>
        </p:txBody>
      </p:sp>
      <p:sp>
        <p:nvSpPr>
          <p:cNvPr id="4" name="Card 설치 버튼이 안 눌려요"/>
          <p:cNvSpPr/>
          <p:nvPr/>
        </p:nvSpPr>
        <p:spPr>
          <a:xfrm>
            <a:off x="548640" y="16002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설치 버튼이 안 눌려요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2199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3단계 허용 설정과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4단계 자동 차단을 확인합니다.</a:t>
            </a:r>
            <a:endParaRPr lang="en-US" sz="1600" dirty="0"/>
          </a:p>
        </p:txBody>
      </p:sp>
      <p:sp>
        <p:nvSpPr>
          <p:cNvPr id="7" name="Card ‘패키지를 파싱하는 중 문제’"/>
          <p:cNvSpPr/>
          <p:nvPr/>
        </p:nvSpPr>
        <p:spPr>
          <a:xfrm>
            <a:off x="6217920" y="16002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6479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‘패키지를 파싱하는 중 문제’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21992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다운로드가 덜 된 파일입니다. 지우고 다시 받습니다. (약 97MB)</a:t>
            </a:r>
            <a:endParaRPr lang="en-US" sz="1600" dirty="0"/>
          </a:p>
        </p:txBody>
      </p:sp>
      <p:sp>
        <p:nvSpPr>
          <p:cNvPr id="10" name="Card 업데이트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8679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업데이트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2511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새 링크의 APK를 같은 방법으로 설치하면 덮어 설치됩니다. 등록한 자료는 그대로 남습니다.</a:t>
            </a:r>
            <a:endParaRPr lang="en-US" sz="1600" dirty="0"/>
          </a:p>
        </p:txBody>
      </p:sp>
      <p:sp>
        <p:nvSpPr>
          <p:cNvPr id="13" name="Card 앱을 삭제하기 전에"/>
          <p:cNvSpPr/>
          <p:nvPr/>
        </p:nvSpPr>
        <p:spPr>
          <a:xfrm>
            <a:off x="6217920" y="370332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38679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앱을 삭제하기 전에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25112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삭제하면 앱에 등록한 찬양·말씀·선교 일정·연락처 수정이 모두 사라집니다.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사용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앱 사용 요약</a:t>
            </a:r>
            <a:endParaRPr lang="en-US" sz="3200" dirty="0"/>
          </a:p>
        </p:txBody>
      </p:sp>
      <p:sp>
        <p:nvSpPr>
          <p:cNvPr id="4" name="Screenshot frame"/>
          <p:cNvSpPr/>
          <p:nvPr/>
        </p:nvSpPr>
        <p:spPr>
          <a:xfrm>
            <a:off x="9052560" y="1371600"/>
            <a:ext cx="2377440" cy="4937760"/>
          </a:xfrm>
          <a:prstGeom prst="roundRect">
            <a:avLst>
              <a:gd name="adj" fmla="val 3846"/>
            </a:avLst>
          </a:prstGeom>
          <a:solidFill>
            <a:schemeClr val="tx1"/>
          </a:solidFill>
          <a:ln/>
        </p:spPr>
      </p:sp>
      <p:pic>
        <p:nvPicPr>
          <p:cNvPr id="5" name="예배 탭 화면" descr="예배 탭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463040"/>
            <a:ext cx="2194560" cy="4754880"/>
          </a:xfrm>
          <a:prstGeom prst="rect">
            <a:avLst/>
          </a:prstGeom>
        </p:spPr>
      </p:pic>
      <p:sp>
        <p:nvSpPr>
          <p:cNvPr id="6" name="Tab 예배"/>
          <p:cNvSpPr/>
          <p:nvPr/>
        </p:nvSpPr>
        <p:spPr>
          <a:xfrm>
            <a:off x="548640" y="1600200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예배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6002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예배문·기도문, 찬양(유튜브 듣기), 말씀</a:t>
            </a:r>
            <a:endParaRPr lang="en-US" sz="1600" dirty="0"/>
          </a:p>
        </p:txBody>
      </p:sp>
      <p:sp>
        <p:nvSpPr>
          <p:cNvPr id="9" name="Tab 회화"/>
          <p:cNvSpPr/>
          <p:nvPr/>
        </p:nvSpPr>
        <p:spPr>
          <a:xfrm>
            <a:off x="548640" y="2624328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6243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회화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286000" y="2624328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문장 검색, 큰 글씨로 보여주기, 음성 통역</a:t>
            </a:r>
            <a:endParaRPr lang="en-US" sz="1600" dirty="0"/>
          </a:p>
        </p:txBody>
      </p:sp>
      <p:sp>
        <p:nvSpPr>
          <p:cNvPr id="12" name="Tab 전도"/>
          <p:cNvSpPr/>
          <p:nvPr/>
        </p:nvSpPr>
        <p:spPr>
          <a:xfrm>
            <a:off x="548640" y="3648456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6484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전도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286000" y="3648456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복음 안내 카드, 영접 기도문</a:t>
            </a:r>
            <a:endParaRPr lang="en-US" sz="1600" dirty="0"/>
          </a:p>
        </p:txBody>
      </p:sp>
      <p:sp>
        <p:nvSpPr>
          <p:cNvPr id="15" name="Tab 더보기"/>
          <p:cNvSpPr/>
          <p:nvPr/>
        </p:nvSpPr>
        <p:spPr>
          <a:xfrm>
            <a:off x="548640" y="4672584"/>
            <a:ext cx="81381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6725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더보기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4672584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자료 추가, 연락처, 설정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더보기 &gt; 자료 추가에서 찬양·말씀(PDF/JPG/PNG, 찬양은 유튜브 링크 선택), 선교 일정(PDF), 예배 순서를 직접 등록·삭제합니다.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사용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출국 전 체크리스트</a:t>
            </a:r>
            <a:endParaRPr lang="en-US" sz="3200" dirty="0"/>
          </a:p>
        </p:txBody>
      </p:sp>
      <p:sp>
        <p:nvSpPr>
          <p:cNvPr id="4" name="Check 1"/>
          <p:cNvSpPr/>
          <p:nvPr/>
        </p:nvSpPr>
        <p:spPr>
          <a:xfrm>
            <a:off x="548640" y="1600200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5" name="Checkbox"/>
          <p:cNvSpPr/>
          <p:nvPr/>
        </p:nvSpPr>
        <p:spPr>
          <a:xfrm>
            <a:off x="777240" y="1746504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60020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마이크 권한 허용 (통역을 처음 쓸 때 ‘앱 사용 중에만 허용’)</a:t>
            </a:r>
            <a:endParaRPr lang="en-US" sz="1700" dirty="0"/>
          </a:p>
        </p:txBody>
      </p:sp>
      <p:sp>
        <p:nvSpPr>
          <p:cNvPr id="7" name="Check 2"/>
          <p:cNvSpPr/>
          <p:nvPr/>
        </p:nvSpPr>
        <p:spPr>
          <a:xfrm>
            <a:off x="548640" y="2350008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8" name="Checkbox"/>
          <p:cNvSpPr/>
          <p:nvPr/>
        </p:nvSpPr>
        <p:spPr>
          <a:xfrm>
            <a:off x="777240" y="2496312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235000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와이파이에서 통역을 한 번 사용해 번역 데이터 받아 두기</a:t>
            </a:r>
            <a:endParaRPr lang="en-US" sz="1700" dirty="0"/>
          </a:p>
        </p:txBody>
      </p:sp>
      <p:sp>
        <p:nvSpPr>
          <p:cNvPr id="10" name="Check 3"/>
          <p:cNvSpPr/>
          <p:nvPr/>
        </p:nvSpPr>
        <p:spPr>
          <a:xfrm>
            <a:off x="548640" y="3099816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1" name="Checkbox"/>
          <p:cNvSpPr/>
          <p:nvPr/>
        </p:nvSpPr>
        <p:spPr>
          <a:xfrm>
            <a:off x="777240" y="3246120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3099816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더보기 &gt; 자료 추가에서 선교 일정(PDF)·예배 순서 등록</a:t>
            </a:r>
            <a:endParaRPr lang="en-US" sz="1700" dirty="0"/>
          </a:p>
        </p:txBody>
      </p:sp>
      <p:sp>
        <p:nvSpPr>
          <p:cNvPr id="13" name="Check 4"/>
          <p:cNvSpPr/>
          <p:nvPr/>
        </p:nvSpPr>
        <p:spPr>
          <a:xfrm>
            <a:off x="548640" y="3849624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4" name="Checkbox"/>
          <p:cNvSpPr/>
          <p:nvPr/>
        </p:nvSpPr>
        <p:spPr>
          <a:xfrm>
            <a:off x="777240" y="3995928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849624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필요한 찬양·말씀 추가하기</a:t>
            </a:r>
            <a:endParaRPr lang="en-US" sz="1700" dirty="0"/>
          </a:p>
        </p:txBody>
      </p:sp>
      <p:sp>
        <p:nvSpPr>
          <p:cNvPr id="16" name="Check 5"/>
          <p:cNvSpPr/>
          <p:nvPr/>
        </p:nvSpPr>
        <p:spPr>
          <a:xfrm>
            <a:off x="548640" y="4599432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17" name="Checkbox"/>
          <p:cNvSpPr/>
          <p:nvPr/>
        </p:nvSpPr>
        <p:spPr>
          <a:xfrm>
            <a:off x="777240" y="4745736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4599432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비행기 모드로 앱을 실행해 예배문·회화·연락처가 열리는지 확인</a:t>
            </a:r>
            <a:endParaRPr lang="en-US" sz="1700" dirty="0"/>
          </a:p>
        </p:txBody>
      </p:sp>
      <p:sp>
        <p:nvSpPr>
          <p:cNvPr id="19" name="Check 6"/>
          <p:cNvSpPr/>
          <p:nvPr/>
        </p:nvSpPr>
        <p:spPr>
          <a:xfrm>
            <a:off x="548640" y="5349240"/>
            <a:ext cx="11100816" cy="621792"/>
          </a:xfrm>
          <a:prstGeom prst="roundRect">
            <a:avLst>
              <a:gd name="adj" fmla="val 14706"/>
            </a:avLst>
          </a:prstGeom>
          <a:solidFill>
            <a:schemeClr val="bg2"/>
          </a:solidFill>
          <a:ln/>
        </p:spPr>
      </p:sp>
      <p:sp>
        <p:nvSpPr>
          <p:cNvPr id="20" name="Checkbox"/>
          <p:cNvSpPr/>
          <p:nvPr/>
        </p:nvSpPr>
        <p:spPr>
          <a:xfrm>
            <a:off x="777240" y="5495544"/>
            <a:ext cx="329184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53492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번역·독음은 현지 검수 전 초안이므로 현지 협력자에게 확인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ilMission Quick Guide">
  <a:themeElements>
    <a:clrScheme name="PhilMission Quick Guide">
      <a:dk1>
        <a:srgbClr val="1E2A28"/>
      </a:dk1>
      <a:lt1>
        <a:srgbClr val="FFFFFF"/>
      </a:lt1>
      <a:dk2>
        <a:srgbClr val="1F4E45"/>
      </a:dk2>
      <a:lt2>
        <a:srgbClr val="EEF5F2"/>
      </a:lt2>
      <a:accent1>
        <a:srgbClr val="246454"/>
      </a:accent1>
      <a:accent2>
        <a:srgbClr val="E8772E"/>
      </a:accent2>
      <a:accent3>
        <a:srgbClr val="2E3A7A"/>
      </a:accent3>
      <a:accent4>
        <a:srgbClr val="97BC62"/>
      </a:accent4>
      <a:accent5>
        <a:srgbClr val="5F6F6A"/>
      </a:accent5>
      <a:accent6>
        <a:srgbClr val="C0392B"/>
      </a:accent6>
      <a:hlink>
        <a:srgbClr val="1F6FEB"/>
      </a:hlink>
      <a:folHlink>
        <a:srgbClr val="6B4C9A"/>
      </a:folHlink>
    </a:clrScheme>
    <a:fontScheme name="PhilMission Quick Guid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필리핀 선교 앱 간이 매뉴얼</dc:title>
  <dc:subject>PptxGenJS Presentation</dc:subject>
  <dc:creator>필리핀 선교팀</dc:creator>
  <cp:lastModifiedBy>필리핀 선교팀</cp:lastModifiedBy>
  <cp:revision>1</cp:revision>
  <dcterms:created xsi:type="dcterms:W3CDTF">2026-10-06T03:45:56Z</dcterms:created>
  <dcterms:modified xsi:type="dcterms:W3CDTF">2026-10-06T03:45:56Z</dcterms:modified>
</cp:coreProperties>
</file>