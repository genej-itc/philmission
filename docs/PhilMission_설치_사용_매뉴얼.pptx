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하기" id="{eeb75379-0f5e-d3fb-3898-0b2647a87a0c}">
          <p14:sldIdLst>
            <p14:sldId id="256"/>
            <p14:sldId id="257"/>
            <p14:sldId id="258"/>
          </p14:sldIdLst>
        </p14:section>
        <p14:section name="앱 받기" id="{66cd4fbb-7db0-291b-1ca6-d556a35362c7}">
          <p14:sldIdLst>
            <p14:sldId id="259"/>
            <p14:sldId id="260"/>
            <p14:sldId id="261"/>
          </p14:sldIdLst>
        </p14:section>
        <p14:section name="설치하기" id="{bacc4434-4ee7-f70f-cc30-a585ac890f8b}">
          <p14:sldIdLst>
            <p14:sldId id="262"/>
            <p14:sldId id="263"/>
            <p14:sldId id="264"/>
            <p14:sldId id="265"/>
          </p14:sldIdLst>
        </p14:section>
        <p14:section name="사용하기" id="{cbc6cc69-87e5-dd57-b121-f8a90040f2a4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도움말" id="{b32f1b75-16ad-c6fe-f99f-feecb81d0d55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7033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필리핀 선교 앱 설치 및 사용 매뉴얼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te"/>
          <p:cNvSpPr/>
          <p:nvPr/>
        </p:nvSpPr>
        <p:spPr>
          <a:xfrm>
            <a:off x="822960" y="640080"/>
            <a:ext cx="22860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</p:spPr>
      </p:sp>
      <p:pic>
        <p:nvPicPr>
          <p:cNvPr id="3" name="강남교회 로고" descr="강남교회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804672"/>
            <a:ext cx="1920240" cy="54864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1" type="title" hasCustomPrompt="1"/>
          </p:nvPr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필리핀 선교 앱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설치 및 사용 매뉴얼</a:t>
            </a:r>
            <a:endParaRPr lang="en-US" sz="48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822960" y="3703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구글 드라이브 링크로 받아 안드로이드 폰에 설치하고 사용하는 방법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(삼성 갤럭시 기준)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시작하기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전체 흐름: 약 10분이면 끝납니다</a:t>
            </a:r>
            <a:endParaRPr lang="en-US" sz="3200" dirty="0"/>
          </a:p>
        </p:txBody>
      </p:sp>
      <p:sp>
        <p:nvSpPr>
          <p:cNvPr id="4" name="Flow card 1"/>
          <p:cNvSpPr/>
          <p:nvPr/>
        </p:nvSpPr>
        <p:spPr>
          <a:xfrm>
            <a:off x="548640" y="1691640"/>
            <a:ext cx="1755648" cy="25146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" name="Step badge"/>
          <p:cNvSpPr/>
          <p:nvPr/>
        </p:nvSpPr>
        <p:spPr>
          <a:xfrm>
            <a:off x="731520" y="18928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링크 열기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구글 드라이브 링크에서 파일 다운로드</a:t>
            </a:r>
            <a:endParaRPr lang="en-US" sz="1400" dirty="0"/>
          </a:p>
        </p:txBody>
      </p:sp>
      <p:sp>
        <p:nvSpPr>
          <p:cNvPr id="8" name="Flow card 2"/>
          <p:cNvSpPr/>
          <p:nvPr/>
        </p:nvSpPr>
        <p:spPr>
          <a:xfrm>
            <a:off x="2414016" y="1691640"/>
            <a:ext cx="1755648" cy="25146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9" name="Step badge"/>
          <p:cNvSpPr/>
          <p:nvPr/>
        </p:nvSpPr>
        <p:spPr>
          <a:xfrm>
            <a:off x="2596896" y="18928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596896" y="2514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경고 넘기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96896" y="301752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‘검사할 수 없음’ 경고는 정상</a:t>
            </a:r>
            <a:endParaRPr lang="en-US" sz="1400" dirty="0"/>
          </a:p>
        </p:txBody>
      </p:sp>
      <p:sp>
        <p:nvSpPr>
          <p:cNvPr id="12" name="Flow card 3"/>
          <p:cNvSpPr/>
          <p:nvPr/>
        </p:nvSpPr>
        <p:spPr>
          <a:xfrm>
            <a:off x="4279392" y="1691640"/>
            <a:ext cx="1755648" cy="25146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3" name="Step badge"/>
          <p:cNvSpPr/>
          <p:nvPr/>
        </p:nvSpPr>
        <p:spPr>
          <a:xfrm>
            <a:off x="4462272" y="18928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62272" y="2514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파일 찾기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301752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내 파일 &gt; 다운로드에서 APK 열기</a:t>
            </a:r>
            <a:endParaRPr lang="en-US" sz="1400" dirty="0"/>
          </a:p>
        </p:txBody>
      </p:sp>
      <p:sp>
        <p:nvSpPr>
          <p:cNvPr id="16" name="Flow card 4"/>
          <p:cNvSpPr/>
          <p:nvPr/>
        </p:nvSpPr>
        <p:spPr>
          <a:xfrm>
            <a:off x="6144768" y="1691640"/>
            <a:ext cx="1755648" cy="25146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7" name="Step badge"/>
          <p:cNvSpPr/>
          <p:nvPr/>
        </p:nvSpPr>
        <p:spPr>
          <a:xfrm>
            <a:off x="6327648" y="18928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2514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설치 허용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301752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‘알 수 없는 앱 설치’ 켜기</a:t>
            </a:r>
            <a:endParaRPr lang="en-US" sz="1400" dirty="0"/>
          </a:p>
        </p:txBody>
      </p:sp>
      <p:sp>
        <p:nvSpPr>
          <p:cNvPr id="20" name="Flow card 5"/>
          <p:cNvSpPr/>
          <p:nvPr/>
        </p:nvSpPr>
        <p:spPr>
          <a:xfrm>
            <a:off x="8010144" y="1691640"/>
            <a:ext cx="1755648" cy="25146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1" name="Step badge"/>
          <p:cNvSpPr/>
          <p:nvPr/>
        </p:nvSpPr>
        <p:spPr>
          <a:xfrm>
            <a:off x="8193024" y="18928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193024" y="2514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차단 해제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193024" y="301752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삼성 Auto Blocker 해제</a:t>
            </a:r>
            <a:endParaRPr lang="en-US" sz="1400" dirty="0"/>
          </a:p>
        </p:txBody>
      </p:sp>
      <p:sp>
        <p:nvSpPr>
          <p:cNvPr id="24" name="Flow card 6"/>
          <p:cNvSpPr/>
          <p:nvPr/>
        </p:nvSpPr>
        <p:spPr>
          <a:xfrm>
            <a:off x="9875520" y="1691640"/>
            <a:ext cx="1755648" cy="25146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5" name="Step badge"/>
          <p:cNvSpPr/>
          <p:nvPr/>
        </p:nvSpPr>
        <p:spPr>
          <a:xfrm>
            <a:off x="10058400" y="18928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0" y="2514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설치 완료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301752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Play 프로텍트 경고에서 ‘설치’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1~3단계: 앱 받기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144768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4~6단계: 보안 설정을 풀고 설치하기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STEP 7: 설치가 끝나면 풀어 둔 보안 설정을 반드시 다시 켭니다.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처음 한 번만 하는 과정이며, 이후 업데이트는 같은 방법으로 덮어 설치하면 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시작하기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시작하기 전에 준비할 것</a:t>
            </a:r>
            <a:endParaRPr lang="en-US" sz="3200" dirty="0"/>
          </a:p>
        </p:txBody>
      </p:sp>
      <p:sp>
        <p:nvSpPr>
          <p:cNvPr id="4" name="Card 안드로이드 폰"/>
          <p:cNvSpPr/>
          <p:nvPr/>
        </p:nvSpPr>
        <p:spPr>
          <a:xfrm>
            <a:off x="548640" y="160020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안드로이드 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21992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삼성 갤럭시 등 안드로이드 폰 (Android 8 이상)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아이폰은 설치할 수 없습니다.</a:t>
            </a:r>
            <a:endParaRPr lang="en-US" sz="1600" dirty="0"/>
          </a:p>
        </p:txBody>
      </p:sp>
      <p:sp>
        <p:nvSpPr>
          <p:cNvPr id="7" name="Card 구글 드라이브 링크"/>
          <p:cNvSpPr/>
          <p:nvPr/>
        </p:nvSpPr>
        <p:spPr>
          <a:xfrm>
            <a:off x="4315968" y="160020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44568" y="1764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구글 드라이브 링크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221992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카카오톡·문자로 받은 공유 링크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(‘링크가 있는 모든 사용자’ 공유)</a:t>
            </a:r>
            <a:endParaRPr lang="en-US" sz="1600" dirty="0"/>
          </a:p>
        </p:txBody>
      </p:sp>
      <p:sp>
        <p:nvSpPr>
          <p:cNvPr id="10" name="Card 저장 공간과 인터넷"/>
          <p:cNvSpPr/>
          <p:nvPr/>
        </p:nvSpPr>
        <p:spPr>
          <a:xfrm>
            <a:off x="8083296" y="160020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11896" y="1764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저장 공간과 인터넷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11896" y="2221992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빈 저장 공간 300MB 이상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와이파이 권장 (파일 약 97MB)</a:t>
            </a:r>
            <a:endParaRPr lang="en-US" sz="1600" dirty="0"/>
          </a:p>
        </p:txBody>
      </p:sp>
      <p:sp>
        <p:nvSpPr>
          <p:cNvPr id="13" name="Card 알아 둘 점"/>
          <p:cNvSpPr/>
          <p:nvPr/>
        </p:nvSpPr>
        <p:spPr>
          <a:xfrm>
            <a:off x="548640" y="4114800"/>
            <a:ext cx="1110081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279392"/>
            <a:ext cx="10643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알아 둘 점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36592"/>
            <a:ext cx="10643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이 앱은 구글 플레이 스토어에 올라 있지 않은 팀 내부용 개발 버전입니다. 그래서 폰의 보안 경고가 여러 번 나오며, 이 매뉴얼의 순서대로 허용해야 설치됩니다.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링크는 팀원에게만 공유하고, 출처가 확실한 링크로만 설치하세요.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1 · 앱 받기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1  구글 드라이브 링크에서 다운로드</a:t>
            </a:r>
            <a:endParaRPr lang="en-US" sz="3200" dirty="0"/>
          </a:p>
        </p:txBody>
      </p:sp>
      <p:sp>
        <p:nvSpPr>
          <p:cNvPr id="4" name="Step badge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head"/>
          <p:cNvSpPr txBox="1"/>
          <p:nvPr/>
        </p:nvSpPr>
        <p:spPr>
          <a:xfrm>
            <a:off x="1115568" y="164592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공유받은 링크를 누릅니다</a:t>
            </a:r>
            <a:endParaRPr lang="en-US" sz="1800" dirty="0"/>
          </a:p>
        </p:txBody>
      </p:sp>
      <p:sp>
        <p:nvSpPr>
          <p:cNvPr id="6" name="Step 1 body"/>
          <p:cNvSpPr txBox="1"/>
          <p:nvPr/>
        </p:nvSpPr>
        <p:spPr>
          <a:xfrm>
            <a:off x="1115568" y="202996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카카오톡·문자의 링크를 누르면 구글 드라이브 앱이나 크롬에서 파일이 열립니다.</a:t>
            </a:r>
            <a:endParaRPr lang="en-US" sz="1500" dirty="0"/>
          </a:p>
        </p:txBody>
      </p:sp>
      <p:sp>
        <p:nvSpPr>
          <p:cNvPr id="7" name="Step badge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head"/>
          <p:cNvSpPr txBox="1"/>
          <p:nvPr/>
        </p:nvSpPr>
        <p:spPr>
          <a:xfrm>
            <a:off x="1115568" y="306324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오른쪽 위 ⋮ (더보기)를 누릅니다</a:t>
            </a:r>
            <a:endParaRPr lang="en-US" sz="1800" dirty="0"/>
          </a:p>
        </p:txBody>
      </p:sp>
      <p:sp>
        <p:nvSpPr>
          <p:cNvPr id="9" name="Step 2 body"/>
          <p:cNvSpPr txBox="1"/>
          <p:nvPr/>
        </p:nvSpPr>
        <p:spPr>
          <a:xfrm>
            <a:off x="1115568" y="344728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메뉴가 열립니다.</a:t>
            </a:r>
            <a:endParaRPr lang="en-US" sz="1500" dirty="0"/>
          </a:p>
        </p:txBody>
      </p:sp>
      <p:sp>
        <p:nvSpPr>
          <p:cNvPr id="10" name="Step badge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head"/>
          <p:cNvSpPr txBox="1"/>
          <p:nvPr/>
        </p:nvSpPr>
        <p:spPr>
          <a:xfrm>
            <a:off x="1115568" y="4480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‘다운로드’를 누릅니다</a:t>
            </a:r>
            <a:endParaRPr lang="en-US" sz="1800" dirty="0"/>
          </a:p>
        </p:txBody>
      </p:sp>
      <p:sp>
        <p:nvSpPr>
          <p:cNvPr id="12" name="Step 3 body"/>
          <p:cNvSpPr txBox="1"/>
          <p:nvPr/>
        </p:nvSpPr>
        <p:spPr>
          <a:xfrm>
            <a:off x="1115568" y="486460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크롬에서 열렸다면 오른쪽 위의 다운로드(↓) 아이콘을 누릅니다.</a:t>
            </a:r>
            <a:endParaRPr lang="en-US" sz="1500" dirty="0"/>
          </a:p>
        </p:txBody>
      </p:sp>
      <p:sp>
        <p:nvSpPr>
          <p:cNvPr id="13" name="Note"/>
          <p:cNvSpPr txBox="1"/>
          <p:nvPr/>
        </p:nvSpPr>
        <p:spPr>
          <a:xfrm>
            <a:off x="548640" y="58978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※ 예시 화면입니다. 기기와 앱 버전에 따라 모양과 문구가 조금 다를 수 있습니다.</a:t>
            </a:r>
            <a:endParaRPr lang="en-US" sz="1200" dirty="0"/>
          </a:p>
        </p:txBody>
      </p:sp>
      <p:sp>
        <p:nvSpPr>
          <p:cNvPr id="14" name="Phone Drive menu"/>
          <p:cNvSpPr/>
          <p:nvPr/>
        </p:nvSpPr>
        <p:spPr>
          <a:xfrm>
            <a:off x="6995160" y="1417320"/>
            <a:ext cx="2286000" cy="420624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</p:spPr>
      </p:sp>
      <p:sp>
        <p:nvSpPr>
          <p:cNvPr id="15" name="Screen Drive menu"/>
          <p:cNvSpPr/>
          <p:nvPr/>
        </p:nvSpPr>
        <p:spPr>
          <a:xfrm>
            <a:off x="7086600" y="1508760"/>
            <a:ext cx="2103120" cy="40233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9632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PhilMission.apk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96328" y="235000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미리보기를 사용할 수 없습니다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96328" y="2807208"/>
            <a:ext cx="1883664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2807208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96328" y="3410712"/>
            <a:ext cx="1883664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87768" y="3410712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링크 복사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96328" y="4014216"/>
            <a:ext cx="1883664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87768" y="4014216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다운로드</a:t>
            </a:r>
            <a:endParaRPr lang="en-US" sz="1200" dirty="0"/>
          </a:p>
        </p:txBody>
      </p:sp>
      <p:sp>
        <p:nvSpPr>
          <p:cNvPr id="24" name="Highlight badge"/>
          <p:cNvSpPr/>
          <p:nvPr/>
        </p:nvSpPr>
        <p:spPr>
          <a:xfrm>
            <a:off x="7068312" y="3904488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96328" y="4617720"/>
            <a:ext cx="1883664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87768" y="4617720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이름 바꾸기</a:t>
            </a:r>
            <a:endParaRPr lang="en-US" sz="1200" dirty="0"/>
          </a:p>
        </p:txBody>
      </p:sp>
      <p:sp>
        <p:nvSpPr>
          <p:cNvPr id="27" name="Highlight badge"/>
          <p:cNvSpPr/>
          <p:nvPr/>
        </p:nvSpPr>
        <p:spPr>
          <a:xfrm>
            <a:off x="8915400" y="155448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732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⋮</a:t>
            </a:r>
            <a:endParaRPr lang="en-US" sz="2400" dirty="0"/>
          </a:p>
        </p:txBody>
      </p:sp>
      <p:sp>
        <p:nvSpPr>
          <p:cNvPr id="29" name="Phone Download progress"/>
          <p:cNvSpPr/>
          <p:nvPr/>
        </p:nvSpPr>
        <p:spPr>
          <a:xfrm>
            <a:off x="9418320" y="1417320"/>
            <a:ext cx="2286000" cy="265176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</p:spPr>
      </p:sp>
      <p:sp>
        <p:nvSpPr>
          <p:cNvPr id="30" name="Screen Download progress"/>
          <p:cNvSpPr/>
          <p:nvPr/>
        </p:nvSpPr>
        <p:spPr>
          <a:xfrm>
            <a:off x="9509760" y="1508760"/>
            <a:ext cx="2103120" cy="246888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194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다운로드 중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619488" y="2350008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PhilMission.apk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약 97MB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19488" y="3172968"/>
            <a:ext cx="1883664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10928" y="3172968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다운로드 완료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1 · 앱 받기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2  경고가 나와도 ‘그래도 다운로드’</a:t>
            </a:r>
            <a:endParaRPr lang="en-US" sz="3200" dirty="0"/>
          </a:p>
        </p:txBody>
      </p:sp>
      <p:sp>
        <p:nvSpPr>
          <p:cNvPr id="4" name="Step badge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head"/>
          <p:cNvSpPr txBox="1"/>
          <p:nvPr/>
        </p:nvSpPr>
        <p:spPr>
          <a:xfrm>
            <a:off x="1115568" y="164592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‘바이러스 검사를 할 수 없습니다’</a:t>
            </a:r>
            <a:endParaRPr lang="en-US" sz="1800" dirty="0"/>
          </a:p>
        </p:txBody>
      </p:sp>
      <p:sp>
        <p:nvSpPr>
          <p:cNvPr id="6" name="Step 1 body"/>
          <p:cNvSpPr txBox="1"/>
          <p:nvPr/>
        </p:nvSpPr>
        <p:spPr>
          <a:xfrm>
            <a:off x="1115568" y="202996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드라이브에서 파일이 크면 나오는 안내입니다. ‘무시하고 다운로드’를 누릅니다.</a:t>
            </a:r>
            <a:endParaRPr lang="en-US" sz="1500" dirty="0"/>
          </a:p>
        </p:txBody>
      </p:sp>
      <p:sp>
        <p:nvSpPr>
          <p:cNvPr id="7" name="Step badge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head"/>
          <p:cNvSpPr txBox="1"/>
          <p:nvPr/>
        </p:nvSpPr>
        <p:spPr>
          <a:xfrm>
            <a:off x="1115568" y="306324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‘이 유형의 파일은 문제를 일으킬 수 있습니다’</a:t>
            </a:r>
            <a:endParaRPr lang="en-US" sz="1800" dirty="0"/>
          </a:p>
        </p:txBody>
      </p:sp>
      <p:sp>
        <p:nvSpPr>
          <p:cNvPr id="9" name="Step 2 body"/>
          <p:cNvSpPr txBox="1"/>
          <p:nvPr/>
        </p:nvSpPr>
        <p:spPr>
          <a:xfrm>
            <a:off x="1115568" y="344728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크롬이 모든 APK 파일에 보여 주는 경고입니다. ‘확인’ 또는 ‘그래도 다운로드’를 누릅니다.</a:t>
            </a:r>
            <a:endParaRPr lang="en-US" sz="1500" dirty="0"/>
          </a:p>
        </p:txBody>
      </p:sp>
      <p:sp>
        <p:nvSpPr>
          <p:cNvPr id="10" name="Step badge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head"/>
          <p:cNvSpPr txBox="1"/>
          <p:nvPr/>
        </p:nvSpPr>
        <p:spPr>
          <a:xfrm>
            <a:off x="1115568" y="4480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정상적인 경고입니다</a:t>
            </a:r>
            <a:endParaRPr lang="en-US" sz="1800" dirty="0"/>
          </a:p>
        </p:txBody>
      </p:sp>
      <p:sp>
        <p:nvSpPr>
          <p:cNvPr id="12" name="Step 3 body"/>
          <p:cNvSpPr txBox="1"/>
          <p:nvPr/>
        </p:nvSpPr>
        <p:spPr>
          <a:xfrm>
            <a:off x="1115568" y="486460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플레이 스토어 밖의 앱이라서 나오는 안내이며, 팀에서 받은 링크라면 계속 진행합니다.</a:t>
            </a:r>
            <a:endParaRPr lang="en-US" sz="1500" dirty="0"/>
          </a:p>
        </p:txBody>
      </p:sp>
      <p:sp>
        <p:nvSpPr>
          <p:cNvPr id="13" name="Note"/>
          <p:cNvSpPr txBox="1"/>
          <p:nvPr/>
        </p:nvSpPr>
        <p:spPr>
          <a:xfrm>
            <a:off x="548640" y="58978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※ 예시 화면입니다. 기기와 앱 버전에 따라 문구가 조금 다를 수 있습니다.</a:t>
            </a:r>
            <a:endParaRPr lang="en-US" sz="1200" dirty="0"/>
          </a:p>
        </p:txBody>
      </p:sp>
      <p:sp>
        <p:nvSpPr>
          <p:cNvPr id="14" name="Phone Drive warning"/>
          <p:cNvSpPr/>
          <p:nvPr/>
        </p:nvSpPr>
        <p:spPr>
          <a:xfrm>
            <a:off x="6995160" y="1417320"/>
            <a:ext cx="2286000" cy="356616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</p:spPr>
      </p:sp>
      <p:sp>
        <p:nvSpPr>
          <p:cNvPr id="15" name="Screen Drive warning"/>
          <p:cNvSpPr/>
          <p:nvPr/>
        </p:nvSpPr>
        <p:spPr>
          <a:xfrm>
            <a:off x="7086600" y="1508760"/>
            <a:ext cx="2103120" cy="338328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9632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Google 드라이브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96328" y="2350008"/>
            <a:ext cx="1883664" cy="1234440"/>
          </a:xfrm>
          <a:prstGeom prst="roundRect">
            <a:avLst>
              <a:gd name="adj" fmla="val 7407"/>
            </a:avLst>
          </a:prstGeom>
          <a:solidFill>
            <a:schemeClr val="accent2">
              <a:alpha val="15000"/>
            </a:schemeClr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바이러스 검사를 할 수 없습니다. 그래도 다운로드하시겠습니까?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96328" y="3675888"/>
            <a:ext cx="1883664" cy="512064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무시하고 다운로드</a:t>
            </a:r>
            <a:endParaRPr lang="en-US" sz="1300" dirty="0"/>
          </a:p>
        </p:txBody>
      </p:sp>
      <p:sp>
        <p:nvSpPr>
          <p:cNvPr id="19" name="Highlight badge"/>
          <p:cNvSpPr/>
          <p:nvPr/>
        </p:nvSpPr>
        <p:spPr>
          <a:xfrm>
            <a:off x="7068312" y="356616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96328" y="4279392"/>
            <a:ext cx="1883664" cy="512064"/>
          </a:xfrm>
          <a:prstGeom prst="roundRect">
            <a:avLst>
              <a:gd name="adj" fmla="val 35714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취소</a:t>
            </a:r>
            <a:endParaRPr lang="en-US" sz="1300" dirty="0"/>
          </a:p>
        </p:txBody>
      </p:sp>
      <p:sp>
        <p:nvSpPr>
          <p:cNvPr id="21" name="Phone Chrome warning"/>
          <p:cNvSpPr/>
          <p:nvPr/>
        </p:nvSpPr>
        <p:spPr>
          <a:xfrm>
            <a:off x="9418320" y="1417320"/>
            <a:ext cx="2286000" cy="356616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</p:spPr>
      </p:sp>
      <p:sp>
        <p:nvSpPr>
          <p:cNvPr id="22" name="Screen Chrome warning"/>
          <p:cNvSpPr/>
          <p:nvPr/>
        </p:nvSpPr>
        <p:spPr>
          <a:xfrm>
            <a:off x="9509760" y="1508760"/>
            <a:ext cx="2103120" cy="338328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194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Chrome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19488" y="2350008"/>
            <a:ext cx="1883664" cy="1417320"/>
          </a:xfrm>
          <a:prstGeom prst="roundRect">
            <a:avLst>
              <a:gd name="adj" fmla="val 6452"/>
            </a:avLst>
          </a:prstGeom>
          <a:solidFill>
            <a:schemeClr val="accent2">
              <a:alpha val="15000"/>
            </a:schemeClr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이 유형의 파일은 기기에 문제를 일으킬 수 있습니다. 다운로드하시겠습니까?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19488" y="3858768"/>
            <a:ext cx="1883664" cy="512064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확인</a:t>
            </a:r>
            <a:endParaRPr lang="en-US" sz="1300" dirty="0"/>
          </a:p>
        </p:txBody>
      </p:sp>
      <p:sp>
        <p:nvSpPr>
          <p:cNvPr id="26" name="Highlight badge"/>
          <p:cNvSpPr/>
          <p:nvPr/>
        </p:nvSpPr>
        <p:spPr>
          <a:xfrm>
            <a:off x="9491472" y="374904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19488" y="4462272"/>
            <a:ext cx="1883664" cy="512064"/>
          </a:xfrm>
          <a:prstGeom prst="roundRect">
            <a:avLst>
              <a:gd name="adj" fmla="val 35714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취소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1 · 앱 받기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3  내려받은 파일 열기</a:t>
            </a:r>
            <a:endParaRPr lang="en-US" sz="3200" dirty="0"/>
          </a:p>
        </p:txBody>
      </p:sp>
      <p:sp>
        <p:nvSpPr>
          <p:cNvPr id="4" name="Step badge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head"/>
          <p:cNvSpPr txBox="1"/>
          <p:nvPr/>
        </p:nvSpPr>
        <p:spPr>
          <a:xfrm>
            <a:off x="1115568" y="164592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방법 1: 알림창에서 누르기</a:t>
            </a:r>
            <a:endParaRPr lang="en-US" sz="1800" dirty="0"/>
          </a:p>
        </p:txBody>
      </p:sp>
      <p:sp>
        <p:nvSpPr>
          <p:cNvPr id="6" name="Step 1 body"/>
          <p:cNvSpPr txBox="1"/>
          <p:nvPr/>
        </p:nvSpPr>
        <p:spPr>
          <a:xfrm>
            <a:off x="1115568" y="202996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화면 위를 아래로 쓸어 내려 ‘다운로드 완료’ 알림을 누르면 바로 설치 화면이 열립니다.</a:t>
            </a:r>
            <a:endParaRPr lang="en-US" sz="1500" dirty="0"/>
          </a:p>
        </p:txBody>
      </p:sp>
      <p:sp>
        <p:nvSpPr>
          <p:cNvPr id="7" name="Step badge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head"/>
          <p:cNvSpPr txBox="1"/>
          <p:nvPr/>
        </p:nvSpPr>
        <p:spPr>
          <a:xfrm>
            <a:off x="1115568" y="306324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방법 2: 내 파일에서 찾기</a:t>
            </a:r>
            <a:endParaRPr lang="en-US" sz="1800" dirty="0"/>
          </a:p>
        </p:txBody>
      </p:sp>
      <p:sp>
        <p:nvSpPr>
          <p:cNvPr id="9" name="Step 2 body"/>
          <p:cNvSpPr txBox="1"/>
          <p:nvPr/>
        </p:nvSpPr>
        <p:spPr>
          <a:xfrm>
            <a:off x="1115568" y="344728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‘내 파일’ 앱 &gt; 다운로드 폴더를 엽니다.</a:t>
            </a:r>
            <a:endParaRPr lang="en-US" sz="1500" dirty="0"/>
          </a:p>
        </p:txBody>
      </p:sp>
      <p:sp>
        <p:nvSpPr>
          <p:cNvPr id="10" name="Step badge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head"/>
          <p:cNvSpPr txBox="1"/>
          <p:nvPr/>
        </p:nvSpPr>
        <p:spPr>
          <a:xfrm>
            <a:off x="1115568" y="4480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PhilMission….apk를 누릅니다</a:t>
            </a:r>
            <a:endParaRPr lang="en-US" sz="1800" dirty="0"/>
          </a:p>
        </p:txBody>
      </p:sp>
      <p:sp>
        <p:nvSpPr>
          <p:cNvPr id="12" name="Step 3 body"/>
          <p:cNvSpPr txBox="1"/>
          <p:nvPr/>
        </p:nvSpPr>
        <p:spPr>
          <a:xfrm>
            <a:off x="1115568" y="486460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파일 이름 끝이 .apk인 파일입니다. 여러 개면 가장 최근 것을 고릅니다.</a:t>
            </a:r>
            <a:endParaRPr lang="en-US" sz="1500" dirty="0"/>
          </a:p>
        </p:txBody>
      </p:sp>
      <p:sp>
        <p:nvSpPr>
          <p:cNvPr id="13" name="Note"/>
          <p:cNvSpPr txBox="1"/>
          <p:nvPr/>
        </p:nvSpPr>
        <p:spPr>
          <a:xfrm>
            <a:off x="548640" y="58978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※ 예시 화면입니다. 파일 이름의 숫자(날짜)는 받은 파일에 따라 다릅니다.</a:t>
            </a:r>
            <a:endParaRPr lang="en-US" sz="1200" dirty="0"/>
          </a:p>
        </p:txBody>
      </p:sp>
      <p:sp>
        <p:nvSpPr>
          <p:cNvPr id="14" name="Phone My Files"/>
          <p:cNvSpPr/>
          <p:nvPr/>
        </p:nvSpPr>
        <p:spPr>
          <a:xfrm>
            <a:off x="6995160" y="1417320"/>
            <a:ext cx="2286000" cy="374904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</p:spPr>
      </p:sp>
      <p:sp>
        <p:nvSpPr>
          <p:cNvPr id="15" name="Screen My Files"/>
          <p:cNvSpPr/>
          <p:nvPr/>
        </p:nvSpPr>
        <p:spPr>
          <a:xfrm>
            <a:off x="7086600" y="1508760"/>
            <a:ext cx="2103120" cy="35661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9632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내 파일  &gt;  다운로드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96328" y="2350008"/>
            <a:ext cx="1883664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87768" y="2350008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사진_0928.jpg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2.1MB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96328" y="2953512"/>
            <a:ext cx="1883664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87768" y="295351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PhilMission-1006.apk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97MB · 오늘</a:t>
            </a:r>
            <a:endParaRPr lang="en-US" sz="1200" dirty="0"/>
          </a:p>
        </p:txBody>
      </p:sp>
      <p:sp>
        <p:nvSpPr>
          <p:cNvPr id="21" name="Highlight badge"/>
          <p:cNvSpPr/>
          <p:nvPr/>
        </p:nvSpPr>
        <p:spPr>
          <a:xfrm>
            <a:off x="7068312" y="2843784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96328" y="3685032"/>
            <a:ext cx="1883664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87768" y="3685032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회의자료.pdf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1.3MB</a:t>
            </a:r>
            <a:endParaRPr lang="en-US" sz="1200" dirty="0"/>
          </a:p>
        </p:txBody>
      </p:sp>
      <p:sp>
        <p:nvSpPr>
          <p:cNvPr id="24" name="Phone Notification"/>
          <p:cNvSpPr/>
          <p:nvPr/>
        </p:nvSpPr>
        <p:spPr>
          <a:xfrm>
            <a:off x="9418320" y="1417320"/>
            <a:ext cx="2286000" cy="246888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</p:spPr>
      </p:sp>
      <p:sp>
        <p:nvSpPr>
          <p:cNvPr id="25" name="Screen Notification"/>
          <p:cNvSpPr/>
          <p:nvPr/>
        </p:nvSpPr>
        <p:spPr>
          <a:xfrm>
            <a:off x="9509760" y="1508760"/>
            <a:ext cx="2103120" cy="228600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194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알림창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619488" y="2350008"/>
            <a:ext cx="1883664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10928" y="2350008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다운로드 완료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PhilMission-1006.apk</a:t>
            </a:r>
            <a:endParaRPr lang="en-US" sz="1200" dirty="0"/>
          </a:p>
        </p:txBody>
      </p:sp>
      <p:sp>
        <p:nvSpPr>
          <p:cNvPr id="29" name="Highlight badge"/>
          <p:cNvSpPr/>
          <p:nvPr/>
        </p:nvSpPr>
        <p:spPr>
          <a:xfrm>
            <a:off x="9491472" y="224028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19488" y="312724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알림을 누르면 바로 열립니다.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2 · 설치하기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4  ‘알 수 없는 앱 설치’ 허용하기</a:t>
            </a:r>
            <a:endParaRPr lang="en-US" sz="3200" dirty="0"/>
          </a:p>
        </p:txBody>
      </p:sp>
      <p:sp>
        <p:nvSpPr>
          <p:cNvPr id="4" name="Step badge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head"/>
          <p:cNvSpPr txBox="1"/>
          <p:nvPr/>
        </p:nvSpPr>
        <p:spPr>
          <a:xfrm>
            <a:off x="1115568" y="164592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APK를 누르면 차단 안내가 나옵니다</a:t>
            </a:r>
            <a:endParaRPr lang="en-US" sz="1800" dirty="0"/>
          </a:p>
        </p:txBody>
      </p:sp>
      <p:sp>
        <p:nvSpPr>
          <p:cNvPr id="6" name="Step 1 body"/>
          <p:cNvSpPr txBox="1"/>
          <p:nvPr/>
        </p:nvSpPr>
        <p:spPr>
          <a:xfrm>
            <a:off x="1115568" y="202996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‘보안상 이 출처에서 앱을 설치할 수 없습니다’라는 안내입니다. ‘설정’을 누릅니다.</a:t>
            </a:r>
            <a:endParaRPr lang="en-US" sz="1500" dirty="0"/>
          </a:p>
        </p:txBody>
      </p:sp>
      <p:sp>
        <p:nvSpPr>
          <p:cNvPr id="7" name="Step badge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head"/>
          <p:cNvSpPr txBox="1"/>
          <p:nvPr/>
        </p:nvSpPr>
        <p:spPr>
          <a:xfrm>
            <a:off x="1115568" y="306324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‘이 출처 허용’을 켭니다</a:t>
            </a:r>
            <a:endParaRPr lang="en-US" sz="1800" dirty="0"/>
          </a:p>
        </p:txBody>
      </p:sp>
      <p:sp>
        <p:nvSpPr>
          <p:cNvPr id="9" name="Step 2 body"/>
          <p:cNvSpPr txBox="1"/>
          <p:nvPr/>
        </p:nvSpPr>
        <p:spPr>
          <a:xfrm>
            <a:off x="1115568" y="344728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파일을 연 앱(내 파일·크롬·드라이브) 이름이 보입니다. 스위치를 켠 뒤 뒤로 갑니다.</a:t>
            </a:r>
            <a:endParaRPr lang="en-US" sz="1500" dirty="0"/>
          </a:p>
        </p:txBody>
      </p:sp>
      <p:sp>
        <p:nvSpPr>
          <p:cNvPr id="10" name="Step badge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head"/>
          <p:cNvSpPr txBox="1"/>
          <p:nvPr/>
        </p:nvSpPr>
        <p:spPr>
          <a:xfrm>
            <a:off x="1115568" y="4480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다시 APK를 눌러 ‘설치’</a:t>
            </a:r>
            <a:endParaRPr lang="en-US" sz="1800" dirty="0"/>
          </a:p>
        </p:txBody>
      </p:sp>
      <p:sp>
        <p:nvSpPr>
          <p:cNvPr id="12" name="Step 3 body"/>
          <p:cNvSpPr txBox="1"/>
          <p:nvPr/>
        </p:nvSpPr>
        <p:spPr>
          <a:xfrm>
            <a:off x="1115568" y="486460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허용했으니 설치 버튼이 활성화됩니다.</a:t>
            </a:r>
            <a:endParaRPr lang="en-US" sz="1500" dirty="0"/>
          </a:p>
        </p:txBody>
      </p:sp>
      <p:sp>
        <p:nvSpPr>
          <p:cNvPr id="13" name="Note"/>
          <p:cNvSpPr txBox="1"/>
          <p:nvPr/>
        </p:nvSpPr>
        <p:spPr>
          <a:xfrm>
            <a:off x="548640" y="58978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※ 예시 화면입니다. 허용하는 앱은 파일을 연 앱마다 따로 켭니다.</a:t>
            </a:r>
            <a:endParaRPr lang="en-US" sz="1200" dirty="0"/>
          </a:p>
        </p:txBody>
      </p:sp>
      <p:sp>
        <p:nvSpPr>
          <p:cNvPr id="14" name="Phone Install blocked"/>
          <p:cNvSpPr/>
          <p:nvPr/>
        </p:nvSpPr>
        <p:spPr>
          <a:xfrm>
            <a:off x="6995160" y="1417320"/>
            <a:ext cx="2286000" cy="356616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</p:spPr>
      </p:sp>
      <p:sp>
        <p:nvSpPr>
          <p:cNvPr id="15" name="Screen Install blocked"/>
          <p:cNvSpPr/>
          <p:nvPr/>
        </p:nvSpPr>
        <p:spPr>
          <a:xfrm>
            <a:off x="7086600" y="1508760"/>
            <a:ext cx="2103120" cy="338328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9632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설치 차단됨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96328" y="2350008"/>
            <a:ext cx="1883664" cy="1280160"/>
          </a:xfrm>
          <a:prstGeom prst="roundRect">
            <a:avLst>
              <a:gd name="adj" fmla="val 7143"/>
            </a:avLst>
          </a:prstGeom>
          <a:solidFill>
            <a:schemeClr val="accent2">
              <a:alpha val="15000"/>
            </a:schemeClr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보안을 위해 이 출처의 알 수 없는 앱을 설치할 수 없습니다.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96328" y="3721608"/>
            <a:ext cx="1883664" cy="512064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설정</a:t>
            </a:r>
            <a:endParaRPr lang="en-US" sz="1300" dirty="0"/>
          </a:p>
        </p:txBody>
      </p:sp>
      <p:sp>
        <p:nvSpPr>
          <p:cNvPr id="19" name="Highlight badge"/>
          <p:cNvSpPr/>
          <p:nvPr/>
        </p:nvSpPr>
        <p:spPr>
          <a:xfrm>
            <a:off x="7068312" y="361188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96328" y="4325112"/>
            <a:ext cx="1883664" cy="512064"/>
          </a:xfrm>
          <a:prstGeom prst="roundRect">
            <a:avLst>
              <a:gd name="adj" fmla="val 35714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취소</a:t>
            </a:r>
            <a:endParaRPr lang="en-US" sz="1300" dirty="0"/>
          </a:p>
        </p:txBody>
      </p:sp>
      <p:sp>
        <p:nvSpPr>
          <p:cNvPr id="21" name="Phone Allow source"/>
          <p:cNvSpPr/>
          <p:nvPr/>
        </p:nvSpPr>
        <p:spPr>
          <a:xfrm>
            <a:off x="9418320" y="1417320"/>
            <a:ext cx="2286000" cy="320040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</p:spPr>
      </p:sp>
      <p:sp>
        <p:nvSpPr>
          <p:cNvPr id="22" name="Screen Allow source"/>
          <p:cNvSpPr/>
          <p:nvPr/>
        </p:nvSpPr>
        <p:spPr>
          <a:xfrm>
            <a:off x="9509760" y="1508760"/>
            <a:ext cx="2103120" cy="301752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194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알 수 없는 앱 설치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19488" y="235000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내 파일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19488" y="2807208"/>
            <a:ext cx="1883664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10928" y="2807208"/>
            <a:ext cx="1014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이 출처 허용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817352" y="2926080"/>
            <a:ext cx="56692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28248" y="2962656"/>
            <a:ext cx="201168" cy="2011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9" name="Highlight badge"/>
          <p:cNvSpPr/>
          <p:nvPr/>
        </p:nvSpPr>
        <p:spPr>
          <a:xfrm>
            <a:off x="9491472" y="269748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19488" y="341071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허용한 뒤 뒤로 가기를 누릅니다.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2 · 설치하기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5  삼성 ‘자동 차단’(Auto Blocker) 끄기</a:t>
            </a:r>
            <a:endParaRPr lang="en-US" sz="3200" dirty="0"/>
          </a:p>
        </p:txBody>
      </p:sp>
      <p:sp>
        <p:nvSpPr>
          <p:cNvPr id="4" name="Step badge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head"/>
          <p:cNvSpPr txBox="1"/>
          <p:nvPr/>
        </p:nvSpPr>
        <p:spPr>
          <a:xfrm>
            <a:off x="1115568" y="164592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이런 경우에만 합니다</a:t>
            </a:r>
            <a:endParaRPr lang="en-US" sz="1800" dirty="0"/>
          </a:p>
        </p:txBody>
      </p:sp>
      <p:sp>
        <p:nvSpPr>
          <p:cNvPr id="6" name="Step 1 body"/>
          <p:cNvSpPr txBox="1"/>
          <p:nvPr/>
        </p:nvSpPr>
        <p:spPr>
          <a:xfrm>
            <a:off x="1115568" y="202996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‘자동 차단에 의해 설치가 차단되었습니다’가 나올 때 필요합니다. 안 나오면 STEP 6으로 갑니다.</a:t>
            </a:r>
            <a:endParaRPr lang="en-US" sz="1500" dirty="0"/>
          </a:p>
        </p:txBody>
      </p:sp>
      <p:sp>
        <p:nvSpPr>
          <p:cNvPr id="7" name="Step badge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head"/>
          <p:cNvSpPr txBox="1"/>
          <p:nvPr/>
        </p:nvSpPr>
        <p:spPr>
          <a:xfrm>
            <a:off x="1115568" y="306324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설정 &gt; 보안 및 개인정보 보호</a:t>
            </a:r>
            <a:endParaRPr lang="en-US" sz="1800" dirty="0"/>
          </a:p>
        </p:txBody>
      </p:sp>
      <p:sp>
        <p:nvSpPr>
          <p:cNvPr id="9" name="Step 2 body"/>
          <p:cNvSpPr txBox="1"/>
          <p:nvPr/>
        </p:nvSpPr>
        <p:spPr>
          <a:xfrm>
            <a:off x="1115568" y="344728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설정 화면 위 검색창에 ‘자동 차단’을 입력하면 더 빨리 찾을 수 있습니다.</a:t>
            </a:r>
            <a:endParaRPr lang="en-US" sz="1500" dirty="0"/>
          </a:p>
        </p:txBody>
      </p:sp>
      <p:sp>
        <p:nvSpPr>
          <p:cNvPr id="10" name="Step badge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head"/>
          <p:cNvSpPr txBox="1"/>
          <p:nvPr/>
        </p:nvSpPr>
        <p:spPr>
          <a:xfrm>
            <a:off x="1115568" y="4480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‘자동 차단’을 끕니다</a:t>
            </a:r>
            <a:endParaRPr lang="en-US" sz="1800" dirty="0"/>
          </a:p>
        </p:txBody>
      </p:sp>
      <p:sp>
        <p:nvSpPr>
          <p:cNvPr id="12" name="Step 3 body"/>
          <p:cNvSpPr txBox="1"/>
          <p:nvPr/>
        </p:nvSpPr>
        <p:spPr>
          <a:xfrm>
            <a:off x="1115568" y="486460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설치가 끝나면 다시 켭니다 (STEP 7에서 다시 켭니다).</a:t>
            </a:r>
            <a:endParaRPr lang="en-US" sz="1500" dirty="0"/>
          </a:p>
        </p:txBody>
      </p:sp>
      <p:sp>
        <p:nvSpPr>
          <p:cNvPr id="13" name="Note"/>
          <p:cNvSpPr txBox="1"/>
          <p:nvPr/>
        </p:nvSpPr>
        <p:spPr>
          <a:xfrm>
            <a:off x="548640" y="58978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※ 메뉴 이름은 One UI 버전에 따라 조금 다릅니다. 갤럭시 S24 이후 모델에 있는 기능입니다.</a:t>
            </a:r>
            <a:endParaRPr lang="en-US" sz="1200" dirty="0"/>
          </a:p>
        </p:txBody>
      </p:sp>
      <p:sp>
        <p:nvSpPr>
          <p:cNvPr id="14" name="Phone Settings list"/>
          <p:cNvSpPr/>
          <p:nvPr/>
        </p:nvSpPr>
        <p:spPr>
          <a:xfrm>
            <a:off x="6995160" y="1417320"/>
            <a:ext cx="2286000" cy="393192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</p:spPr>
      </p:sp>
      <p:sp>
        <p:nvSpPr>
          <p:cNvPr id="15" name="Screen Settings list"/>
          <p:cNvSpPr/>
          <p:nvPr/>
        </p:nvSpPr>
        <p:spPr>
          <a:xfrm>
            <a:off x="7086600" y="1508760"/>
            <a:ext cx="2103120" cy="374904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9632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설정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96328" y="2350008"/>
            <a:ext cx="1883664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87768" y="2350008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연결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96328" y="2953512"/>
            <a:ext cx="1883664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87768" y="2953512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디스플레이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96328" y="3557016"/>
            <a:ext cx="1883664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87768" y="3557016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보안 및 개인정보 보호</a:t>
            </a:r>
            <a:endParaRPr lang="en-US" sz="1200" dirty="0"/>
          </a:p>
        </p:txBody>
      </p:sp>
      <p:sp>
        <p:nvSpPr>
          <p:cNvPr id="23" name="Highlight badge"/>
          <p:cNvSpPr/>
          <p:nvPr/>
        </p:nvSpPr>
        <p:spPr>
          <a:xfrm>
            <a:off x="7068312" y="3447288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96328" y="4160520"/>
            <a:ext cx="1883664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87768" y="4160520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위치</a:t>
            </a:r>
            <a:endParaRPr lang="en-US" sz="1200" dirty="0"/>
          </a:p>
        </p:txBody>
      </p:sp>
      <p:sp>
        <p:nvSpPr>
          <p:cNvPr id="26" name="Phone Auto Blocker"/>
          <p:cNvSpPr/>
          <p:nvPr/>
        </p:nvSpPr>
        <p:spPr>
          <a:xfrm>
            <a:off x="9418320" y="1417320"/>
            <a:ext cx="2286000" cy="338328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</p:spPr>
      </p:sp>
      <p:sp>
        <p:nvSpPr>
          <p:cNvPr id="27" name="Screen Auto Blocker"/>
          <p:cNvSpPr/>
          <p:nvPr/>
        </p:nvSpPr>
        <p:spPr>
          <a:xfrm>
            <a:off x="9509760" y="1508760"/>
            <a:ext cx="2103120" cy="320040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194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보안 및 개인정보 보호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619488" y="2350008"/>
            <a:ext cx="1883664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10928" y="2350008"/>
            <a:ext cx="1014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자동 차단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817352" y="2468880"/>
            <a:ext cx="566928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853928" y="2505456"/>
            <a:ext cx="201168" cy="2011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3" name="Highlight badge"/>
          <p:cNvSpPr/>
          <p:nvPr/>
        </p:nvSpPr>
        <p:spPr>
          <a:xfrm>
            <a:off x="9491472" y="224028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619488" y="2953512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승인되지 않은 앱 설치를 막는 기능입니다. 끄면 설치할 수 있습니다.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2 · 설치하기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6  Play 프로텍트 경고에서 ‘설치’</a:t>
            </a:r>
            <a:endParaRPr lang="en-US" sz="3200" dirty="0"/>
          </a:p>
        </p:txBody>
      </p:sp>
      <p:sp>
        <p:nvSpPr>
          <p:cNvPr id="4" name="Step badge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head"/>
          <p:cNvSpPr txBox="1"/>
          <p:nvPr/>
        </p:nvSpPr>
        <p:spPr>
          <a:xfrm>
            <a:off x="1115568" y="164592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‘Play 프로텍트’ 안내가 나옵니다</a:t>
            </a:r>
            <a:endParaRPr lang="en-US" sz="1800" dirty="0"/>
          </a:p>
        </p:txBody>
      </p:sp>
      <p:sp>
        <p:nvSpPr>
          <p:cNvPr id="6" name="Step 1 body"/>
          <p:cNvSpPr txBox="1"/>
          <p:nvPr/>
        </p:nvSpPr>
        <p:spPr>
          <a:xfrm>
            <a:off x="1115568" y="202996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‘이 앱은 검사된 적이 없습니다’ 같은 문구입니다. 플레이 스토어 밖의 앱이라서 나옵니다.</a:t>
            </a:r>
            <a:endParaRPr lang="en-US" sz="1500" dirty="0"/>
          </a:p>
        </p:txBody>
      </p:sp>
      <p:sp>
        <p:nvSpPr>
          <p:cNvPr id="7" name="Step badge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head"/>
          <p:cNvSpPr txBox="1"/>
          <p:nvPr/>
        </p:nvSpPr>
        <p:spPr>
          <a:xfrm>
            <a:off x="1115568" y="306324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‘자세히’ &gt; ‘무시하고 설치’</a:t>
            </a:r>
            <a:endParaRPr lang="en-US" sz="1800" dirty="0"/>
          </a:p>
        </p:txBody>
      </p:sp>
      <p:sp>
        <p:nvSpPr>
          <p:cNvPr id="9" name="Step 2 body"/>
          <p:cNvSpPr txBox="1"/>
          <p:nvPr/>
        </p:nvSpPr>
        <p:spPr>
          <a:xfrm>
            <a:off x="1115568" y="344728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‘앱 검사’를 권하면 ‘검사 안 함’을 눌러도 됩니다. 설치 버튼이 바로 보이면 ‘설치’를 누릅니다.</a:t>
            </a:r>
            <a:endParaRPr lang="en-US" sz="1500" dirty="0"/>
          </a:p>
        </p:txBody>
      </p:sp>
      <p:sp>
        <p:nvSpPr>
          <p:cNvPr id="10" name="Step badge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head"/>
          <p:cNvSpPr txBox="1"/>
          <p:nvPr/>
        </p:nvSpPr>
        <p:spPr>
          <a:xfrm>
            <a:off x="1115568" y="4480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‘앱이 설치됨’이 나오면 완료</a:t>
            </a:r>
            <a:endParaRPr lang="en-US" sz="1800" dirty="0"/>
          </a:p>
        </p:txBody>
      </p:sp>
      <p:sp>
        <p:nvSpPr>
          <p:cNvPr id="12" name="Step 3 body"/>
          <p:cNvSpPr txBox="1"/>
          <p:nvPr/>
        </p:nvSpPr>
        <p:spPr>
          <a:xfrm>
            <a:off x="1115568" y="4864608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‘열기’를 눌러 바로 실행하거나, 앱 목록에서 ‘필리핀 선교’을 찾습니다.</a:t>
            </a:r>
            <a:endParaRPr lang="en-US" sz="1500" dirty="0"/>
          </a:p>
        </p:txBody>
      </p:sp>
      <p:sp>
        <p:nvSpPr>
          <p:cNvPr id="13" name="Note"/>
          <p:cNvSpPr txBox="1"/>
          <p:nvPr/>
        </p:nvSpPr>
        <p:spPr>
          <a:xfrm>
            <a:off x="548640" y="58978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※ 예시 화면입니다. 문구는 기기와 Play 스토어 버전에 따라 다릅니다.</a:t>
            </a:r>
            <a:endParaRPr lang="en-US" sz="1200" dirty="0"/>
          </a:p>
        </p:txBody>
      </p:sp>
      <p:sp>
        <p:nvSpPr>
          <p:cNvPr id="14" name="Phone Play Protect"/>
          <p:cNvSpPr/>
          <p:nvPr/>
        </p:nvSpPr>
        <p:spPr>
          <a:xfrm>
            <a:off x="6995160" y="1417320"/>
            <a:ext cx="2286000" cy="338328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</p:spPr>
      </p:sp>
      <p:sp>
        <p:nvSpPr>
          <p:cNvPr id="15" name="Screen Play Protect"/>
          <p:cNvSpPr/>
          <p:nvPr/>
        </p:nvSpPr>
        <p:spPr>
          <a:xfrm>
            <a:off x="7086600" y="1508760"/>
            <a:ext cx="2103120" cy="320040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9632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Play 프로텍트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96328" y="2350008"/>
            <a:ext cx="1883664" cy="1143000"/>
          </a:xfrm>
          <a:prstGeom prst="roundRect">
            <a:avLst>
              <a:gd name="adj" fmla="val 8000"/>
            </a:avLst>
          </a:prstGeom>
          <a:solidFill>
            <a:schemeClr val="accent2">
              <a:alpha val="15000"/>
            </a:schemeClr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이 앱은 검사된 적이 없습니다. 설치하시겠습니까?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96328" y="3584448"/>
            <a:ext cx="1883664" cy="512064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설치</a:t>
            </a:r>
            <a:endParaRPr lang="en-US" sz="1300" dirty="0"/>
          </a:p>
        </p:txBody>
      </p:sp>
      <p:sp>
        <p:nvSpPr>
          <p:cNvPr id="19" name="Highlight badge"/>
          <p:cNvSpPr/>
          <p:nvPr/>
        </p:nvSpPr>
        <p:spPr>
          <a:xfrm>
            <a:off x="7068312" y="347472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96328" y="4187952"/>
            <a:ext cx="1883664" cy="512064"/>
          </a:xfrm>
          <a:prstGeom prst="roundRect">
            <a:avLst>
              <a:gd name="adj" fmla="val 35714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취소</a:t>
            </a:r>
            <a:endParaRPr lang="en-US" sz="1300" dirty="0"/>
          </a:p>
        </p:txBody>
      </p:sp>
      <p:sp>
        <p:nvSpPr>
          <p:cNvPr id="21" name="Phone Installed"/>
          <p:cNvSpPr/>
          <p:nvPr/>
        </p:nvSpPr>
        <p:spPr>
          <a:xfrm>
            <a:off x="9418320" y="1417320"/>
            <a:ext cx="2286000" cy="283464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</p:spPr>
      </p:sp>
      <p:sp>
        <p:nvSpPr>
          <p:cNvPr id="22" name="Screen Installed"/>
          <p:cNvSpPr/>
          <p:nvPr/>
        </p:nvSpPr>
        <p:spPr>
          <a:xfrm>
            <a:off x="9509760" y="1508760"/>
            <a:ext cx="2103120" cy="26517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194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필리핀 선교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19488" y="235000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앱이 설치됨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19488" y="2807208"/>
            <a:ext cx="1883664" cy="512064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열기</a:t>
            </a:r>
            <a:endParaRPr lang="en-US" sz="1300" dirty="0"/>
          </a:p>
        </p:txBody>
      </p:sp>
      <p:sp>
        <p:nvSpPr>
          <p:cNvPr id="26" name="Highlight badge"/>
          <p:cNvSpPr/>
          <p:nvPr/>
        </p:nvSpPr>
        <p:spPr>
          <a:xfrm>
            <a:off x="9491472" y="269748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19488" y="3410712"/>
            <a:ext cx="1883664" cy="512064"/>
          </a:xfrm>
          <a:prstGeom prst="roundRect">
            <a:avLst>
              <a:gd name="adj" fmla="val 35714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완료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2 · 설치하기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7  설치 후 보안 설정 되돌리기</a:t>
            </a:r>
            <a:endParaRPr lang="en-US" sz="3200" dirty="0"/>
          </a:p>
        </p:txBody>
      </p:sp>
      <p:sp>
        <p:nvSpPr>
          <p:cNvPr id="4" name="Step badge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head"/>
          <p:cNvSpPr txBox="1"/>
          <p:nvPr/>
        </p:nvSpPr>
        <p:spPr>
          <a:xfrm>
            <a:off x="1115568" y="1645920"/>
            <a:ext cx="5742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‘자동 차단’을 다시 켭니다</a:t>
            </a:r>
            <a:endParaRPr lang="en-US" sz="1800" dirty="0"/>
          </a:p>
        </p:txBody>
      </p:sp>
      <p:sp>
        <p:nvSpPr>
          <p:cNvPr id="6" name="Step 1 body"/>
          <p:cNvSpPr txBox="1"/>
          <p:nvPr/>
        </p:nvSpPr>
        <p:spPr>
          <a:xfrm>
            <a:off x="1115568" y="2029968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설정 &gt; 보안 및 개인정보 보호 &gt; 자동 차단 (STEP 5에서 끈 경우)</a:t>
            </a:r>
            <a:endParaRPr lang="en-US" sz="1500" dirty="0"/>
          </a:p>
        </p:txBody>
      </p:sp>
      <p:sp>
        <p:nvSpPr>
          <p:cNvPr id="7" name="Step badge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head"/>
          <p:cNvSpPr txBox="1"/>
          <p:nvPr/>
        </p:nvSpPr>
        <p:spPr>
          <a:xfrm>
            <a:off x="1115568" y="2926080"/>
            <a:ext cx="5742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‘알 수 없는 앱 설치’ 허용을 끕니다</a:t>
            </a:r>
            <a:endParaRPr lang="en-US" sz="1800" dirty="0"/>
          </a:p>
        </p:txBody>
      </p:sp>
      <p:sp>
        <p:nvSpPr>
          <p:cNvPr id="9" name="Step 2 body"/>
          <p:cNvSpPr txBox="1"/>
          <p:nvPr/>
        </p:nvSpPr>
        <p:spPr>
          <a:xfrm>
            <a:off x="1115568" y="3310128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설정 &gt; 앱 &gt; (내 파일·크롬·드라이브) &gt; 알 수 없는 앱 설치 &gt; 허용 안 함</a:t>
            </a:r>
            <a:endParaRPr lang="en-US" sz="1500" dirty="0"/>
          </a:p>
        </p:txBody>
      </p:sp>
      <p:sp>
        <p:nvSpPr>
          <p:cNvPr id="10" name="Step badge"/>
          <p:cNvSpPr/>
          <p:nvPr/>
        </p:nvSpPr>
        <p:spPr>
          <a:xfrm>
            <a:off x="548640" y="42245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head"/>
          <p:cNvSpPr txBox="1"/>
          <p:nvPr/>
        </p:nvSpPr>
        <p:spPr>
          <a:xfrm>
            <a:off x="1115568" y="4206240"/>
            <a:ext cx="5742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내려받은 APK 파일을 지웁니다</a:t>
            </a:r>
            <a:endParaRPr lang="en-US" sz="1800" dirty="0"/>
          </a:p>
        </p:txBody>
      </p:sp>
      <p:sp>
        <p:nvSpPr>
          <p:cNvPr id="12" name="Step 3 body"/>
          <p:cNvSpPr txBox="1"/>
          <p:nvPr/>
        </p:nvSpPr>
        <p:spPr>
          <a:xfrm>
            <a:off x="1115568" y="4590288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내 파일 &gt; 다운로드에서 PhilMission….apk 삭제. 앱은 그대로 남습니다.</a:t>
            </a:r>
            <a:endParaRPr lang="en-US" sz="1500" dirty="0"/>
          </a:p>
        </p:txBody>
      </p:sp>
      <p:sp>
        <p:nvSpPr>
          <p:cNvPr id="13" name="Why restore"/>
          <p:cNvSpPr/>
          <p:nvPr/>
        </p:nvSpPr>
        <p:spPr>
          <a:xfrm>
            <a:off x="7406640" y="1691640"/>
            <a:ext cx="4242816" cy="2103120"/>
          </a:xfrm>
          <a:prstGeom prst="roundRect">
            <a:avLst>
              <a:gd name="adj" fmla="val 5217"/>
            </a:avLst>
          </a:prstGeom>
          <a:solidFill>
            <a:schemeClr val="accent6">
              <a:alpha val="10000"/>
            </a:schemeClr>
          </a:solidFill>
          <a:ln/>
        </p:spPr>
        <p:txBody>
          <a:bodyPr wrap="square" lIns="228600" tIns="228600" rIns="228600" bIns="2286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왜 되돌리나요?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이 설정들은 출처를 알 수 없는 앱이 몰래 설치되는 것을 막는 안전장치입니다. 앱 설치가 끝났다면 켜 두는 것이 안전합니다.</a:t>
            </a:r>
            <a:endParaRPr lang="en-US" sz="1800" dirty="0"/>
          </a:p>
        </p:txBody>
      </p:sp>
      <p:sp>
        <p:nvSpPr>
          <p:cNvPr id="14" name="Note"/>
          <p:cNvSpPr txBox="1"/>
          <p:nvPr/>
        </p:nvSpPr>
        <p:spPr>
          <a:xfrm>
            <a:off x="7406640" y="4023360"/>
            <a:ext cx="4242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※ 다음 업데이트 때 다시 설치하려면 이 설정을 잠깐 다시 풀어야 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3 · 사용하기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처음 실행할 때 확인할 것</a:t>
            </a:r>
            <a:endParaRPr lang="en-US" sz="3200" dirty="0"/>
          </a:p>
        </p:txBody>
      </p:sp>
      <p:sp>
        <p:nvSpPr>
          <p:cNvPr id="4" name="Card 마이크 권한"/>
          <p:cNvSpPr/>
          <p:nvPr/>
        </p:nvSpPr>
        <p:spPr>
          <a:xfrm>
            <a:off x="548640" y="16002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마이크 권한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21992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통역(음성 인식)을 처음 쓰면 마이크 권한을 묻습니다.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‘앱 사용 중에만 허용’을 누릅니다.</a:t>
            </a:r>
            <a:endParaRPr lang="en-US" sz="1600" dirty="0"/>
          </a:p>
        </p:txBody>
      </p:sp>
      <p:sp>
        <p:nvSpPr>
          <p:cNvPr id="7" name="Card 번역 데이터 받기"/>
          <p:cNvSpPr/>
          <p:nvPr/>
        </p:nvSpPr>
        <p:spPr>
          <a:xfrm>
            <a:off x="6217920" y="16002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76479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번역 데이터 받기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21992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통역을 처음 쓸 때 번역 모델(수십 MB)을 받습니다.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출국 전 와이파이에서 한 번 써 두세요.</a:t>
            </a:r>
            <a:endParaRPr lang="en-US" sz="1600" dirty="0"/>
          </a:p>
        </p:txBody>
      </p:sp>
      <p:sp>
        <p:nvSpPr>
          <p:cNvPr id="10" name="Card 선교 일정·예배 순서 등록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95935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선교 일정·예배 순서 등록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416552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개인 사정이 담긴 자료라 앱에 들어 있지 않습니다.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더보기 &gt; 자료 추가에서 직접 등록하세요. 등록 전에는 안내 문구만 나옵니다.</a:t>
            </a:r>
            <a:endParaRPr lang="en-US" sz="1600" dirty="0"/>
          </a:p>
        </p:txBody>
      </p:sp>
      <p:sp>
        <p:nvSpPr>
          <p:cNvPr id="13" name="Card 비행기 모드로 점검"/>
          <p:cNvSpPr/>
          <p:nvPr/>
        </p:nvSpPr>
        <p:spPr>
          <a:xfrm>
            <a:off x="6217920" y="379476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95935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비행기 모드로 점검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416552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출국 전 비행기 모드를 켜고 앱을 다시 실행해 봅니다.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예배문·회화·연락처는 인터넷 없이 열려야 합니다. 통역은 인터넷이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3 · 사용하기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화면 구성: 아래 4개 탭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9052560" y="1371600"/>
            <a:ext cx="2377440" cy="4937760"/>
          </a:xfrm>
          <a:prstGeom prst="roundRect">
            <a:avLst>
              <a:gd name="adj" fmla="val 3846"/>
            </a:avLst>
          </a:prstGeom>
          <a:solidFill>
            <a:schemeClr val="tx1"/>
          </a:solidFill>
          <a:ln/>
        </p:spPr>
      </p:sp>
      <p:pic>
        <p:nvPicPr>
          <p:cNvPr id="5" name="예배 탭 화면" descr="예배 탭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463040"/>
            <a:ext cx="2194560" cy="4754880"/>
          </a:xfrm>
          <a:prstGeom prst="rect">
            <a:avLst/>
          </a:prstGeom>
        </p:spPr>
      </p:pic>
      <p:sp>
        <p:nvSpPr>
          <p:cNvPr id="6" name="Tab 예배"/>
          <p:cNvSpPr/>
          <p:nvPr/>
        </p:nvSpPr>
        <p:spPr>
          <a:xfrm>
            <a:off x="548640" y="1600200"/>
            <a:ext cx="81381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002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예배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16002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예배문·기도문, 찬양, 말씀</a:t>
            </a:r>
            <a:endParaRPr lang="en-US" sz="1600" dirty="0"/>
          </a:p>
        </p:txBody>
      </p:sp>
      <p:sp>
        <p:nvSpPr>
          <p:cNvPr id="9" name="Tab 회화"/>
          <p:cNvSpPr/>
          <p:nvPr/>
        </p:nvSpPr>
        <p:spPr>
          <a:xfrm>
            <a:off x="548640" y="2624328"/>
            <a:ext cx="81381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262432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회화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286000" y="2624328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현지어 문장 검색과 음성 통역</a:t>
            </a:r>
            <a:endParaRPr lang="en-US" sz="1600" dirty="0"/>
          </a:p>
        </p:txBody>
      </p:sp>
      <p:sp>
        <p:nvSpPr>
          <p:cNvPr id="12" name="Tab 전도"/>
          <p:cNvSpPr/>
          <p:nvPr/>
        </p:nvSpPr>
        <p:spPr>
          <a:xfrm>
            <a:off x="548640" y="3648456"/>
            <a:ext cx="81381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64845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전도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286000" y="3648456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복음 안내 카드와 영접 기도문</a:t>
            </a:r>
            <a:endParaRPr lang="en-US" sz="1600" dirty="0"/>
          </a:p>
        </p:txBody>
      </p:sp>
      <p:sp>
        <p:nvSpPr>
          <p:cNvPr id="15" name="Tab 더보기"/>
          <p:cNvSpPr/>
          <p:nvPr/>
        </p:nvSpPr>
        <p:spPr>
          <a:xfrm>
            <a:off x="548640" y="4672584"/>
            <a:ext cx="81381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467258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더보기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2286000" y="4672584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자료 추가, 연락처, 설정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화면 위 오른쪽의 ‘따갈로그어 / English’ 버튼으로 현지어를 바꿉니다. 맨 위의 강남교회 로고 아래에는 ‘필리핀 선교’가 표시됩니다.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3 · 사용하기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회화와 음성 통역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9052560" y="1371600"/>
            <a:ext cx="2377440" cy="4937760"/>
          </a:xfrm>
          <a:prstGeom prst="roundRect">
            <a:avLst>
              <a:gd name="adj" fmla="val 3846"/>
            </a:avLst>
          </a:prstGeom>
          <a:solidFill>
            <a:schemeClr val="tx1"/>
          </a:solidFill>
          <a:ln/>
        </p:spPr>
      </p:sp>
      <p:pic>
        <p:nvPicPr>
          <p:cNvPr id="5" name="회화 탭 화면" descr="회화 탭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463040"/>
            <a:ext cx="2194560" cy="4754880"/>
          </a:xfrm>
          <a:prstGeom prst="rect">
            <a:avLst/>
          </a:prstGeom>
        </p:spPr>
      </p:pic>
      <p:sp>
        <p:nvSpPr>
          <p:cNvPr id="6" name="Step badge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1 head"/>
          <p:cNvSpPr txBox="1"/>
          <p:nvPr/>
        </p:nvSpPr>
        <p:spPr>
          <a:xfrm>
            <a:off x="1115568" y="164592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문장을 찾아 눌러 봅니다</a:t>
            </a:r>
            <a:endParaRPr lang="en-US" sz="1800" dirty="0"/>
          </a:p>
        </p:txBody>
      </p:sp>
      <p:sp>
        <p:nvSpPr>
          <p:cNvPr id="8" name="Step 1 body"/>
          <p:cNvSpPr txBox="1"/>
          <p:nvPr/>
        </p:nvSpPr>
        <p:spPr>
          <a:xfrm>
            <a:off x="1115568" y="2029968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검색창이나 분류(인사, 식사, 심방, 응급)로 찾습니다. ★로 즐겨찾기를 해 둘 수 있습니다.</a:t>
            </a:r>
            <a:endParaRPr lang="en-US" sz="1500" dirty="0"/>
          </a:p>
        </p:txBody>
      </p:sp>
      <p:sp>
        <p:nvSpPr>
          <p:cNvPr id="9" name="Step badge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tep 2 head"/>
          <p:cNvSpPr txBox="1"/>
          <p:nvPr/>
        </p:nvSpPr>
        <p:spPr>
          <a:xfrm>
            <a:off x="1115568" y="301752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‘큰 글씨로 보여주기’</a:t>
            </a:r>
            <a:endParaRPr lang="en-US" sz="1800" dirty="0"/>
          </a:p>
        </p:txBody>
      </p:sp>
      <p:sp>
        <p:nvSpPr>
          <p:cNvPr id="11" name="Step 2 body"/>
          <p:cNvSpPr txBox="1"/>
          <p:nvPr/>
        </p:nvSpPr>
        <p:spPr>
          <a:xfrm>
            <a:off x="1115568" y="3401568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현지 분께 폰 화면을 보여 줄 때 씁니다. 따갈로그어 문장만 크게 나옵니다.</a:t>
            </a:r>
            <a:endParaRPr lang="en-US" sz="1500" dirty="0"/>
          </a:p>
        </p:txBody>
      </p:sp>
      <p:sp>
        <p:nvSpPr>
          <p:cNvPr id="12" name="Step badge"/>
          <p:cNvSpPr/>
          <p:nvPr/>
        </p:nvSpPr>
        <p:spPr>
          <a:xfrm>
            <a:off x="548640" y="44074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Step 3 head"/>
          <p:cNvSpPr txBox="1"/>
          <p:nvPr/>
        </p:nvSpPr>
        <p:spPr>
          <a:xfrm>
            <a:off x="1115568" y="438912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맨 위 ‘음성 통역’</a:t>
            </a:r>
            <a:endParaRPr lang="en-US" sz="1800" dirty="0"/>
          </a:p>
        </p:txBody>
      </p:sp>
      <p:sp>
        <p:nvSpPr>
          <p:cNvPr id="14" name="Step 3 body"/>
          <p:cNvSpPr txBox="1"/>
          <p:nvPr/>
        </p:nvSpPr>
        <p:spPr>
          <a:xfrm>
            <a:off x="1115568" y="4773168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말하면 번역이 화면에 나옵니다. 인터넷이 필요하고, 번역은 참고용입니다.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3 · 사용하기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전도 탭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9052560" y="1371600"/>
            <a:ext cx="2377440" cy="4937760"/>
          </a:xfrm>
          <a:prstGeom prst="roundRect">
            <a:avLst>
              <a:gd name="adj" fmla="val 3846"/>
            </a:avLst>
          </a:prstGeom>
          <a:solidFill>
            <a:schemeClr val="tx1"/>
          </a:solidFill>
          <a:ln/>
        </p:spPr>
      </p:sp>
      <p:pic>
        <p:nvPicPr>
          <p:cNvPr id="5" name="전도 탭 화면" descr="전도 탭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463040"/>
            <a:ext cx="2194560" cy="4754880"/>
          </a:xfrm>
          <a:prstGeom prst="rect">
            <a:avLst/>
          </a:prstGeom>
        </p:spPr>
      </p:pic>
      <p:sp>
        <p:nvSpPr>
          <p:cNvPr id="6" name="Step badge"/>
          <p:cNvSpPr/>
          <p:nvPr/>
        </p:nvSpPr>
        <p:spPr>
          <a:xfrm>
            <a:off x="548640" y="1755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1 head"/>
          <p:cNvSpPr txBox="1"/>
          <p:nvPr/>
        </p:nvSpPr>
        <p:spPr>
          <a:xfrm>
            <a:off x="1115568" y="173736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복음 안내 카드 (5장)</a:t>
            </a:r>
            <a:endParaRPr lang="en-US" sz="1800" dirty="0"/>
          </a:p>
        </p:txBody>
      </p:sp>
      <p:sp>
        <p:nvSpPr>
          <p:cNvPr id="8" name="Step 1 body"/>
          <p:cNvSpPr txBox="1"/>
          <p:nvPr/>
        </p:nvSpPr>
        <p:spPr>
          <a:xfrm>
            <a:off x="1115568" y="2121408"/>
            <a:ext cx="7571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‘이전/다음’으로 넘기며 보여 줍니다. 성경 구절은 따갈로그어·독음·한국어 뜻이 함께 나옵니다.</a:t>
            </a:r>
            <a:endParaRPr lang="en-US" sz="1500" dirty="0"/>
          </a:p>
        </p:txBody>
      </p:sp>
      <p:sp>
        <p:nvSpPr>
          <p:cNvPr id="9" name="Step badge"/>
          <p:cNvSpPr/>
          <p:nvPr/>
        </p:nvSpPr>
        <p:spPr>
          <a:xfrm>
            <a:off x="548640" y="33101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tep 2 head"/>
          <p:cNvSpPr txBox="1"/>
          <p:nvPr/>
        </p:nvSpPr>
        <p:spPr>
          <a:xfrm>
            <a:off x="1115568" y="329184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영접 기도문</a:t>
            </a:r>
            <a:endParaRPr lang="en-US" sz="1800" dirty="0"/>
          </a:p>
        </p:txBody>
      </p:sp>
      <p:sp>
        <p:nvSpPr>
          <p:cNvPr id="11" name="Step 2 body"/>
          <p:cNvSpPr txBox="1"/>
          <p:nvPr/>
        </p:nvSpPr>
        <p:spPr>
          <a:xfrm>
            <a:off x="1115568" y="3675888"/>
            <a:ext cx="7571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함께 기도할 때 씁니다. 독음을 소리 내어 읽을 수 있게 크게 표시됩니다.</a:t>
            </a:r>
            <a:endParaRPr lang="en-US" sz="1500" dirty="0"/>
          </a:p>
        </p:txBody>
      </p:sp>
      <p:sp>
        <p:nvSpPr>
          <p:cNvPr id="12" name="Note"/>
          <p:cNvSpPr txBox="1"/>
          <p:nvPr/>
        </p:nvSpPr>
        <p:spPr>
          <a:xfrm>
            <a:off x="548640" y="49377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※ 성경 구절과 번역, 독음은 현지 검수 전 초안입니다. 사용 전에 현지 협력자에게 확인하세요.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3 · 사용하기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더보기 &gt; 자료 추가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7315200" y="1463040"/>
            <a:ext cx="2166425" cy="4480560"/>
          </a:xfrm>
          <a:prstGeom prst="roundRect">
            <a:avLst>
              <a:gd name="adj" fmla="val 4221"/>
            </a:avLst>
          </a:prstGeom>
          <a:solidFill>
            <a:schemeClr val="tx1"/>
          </a:solidFill>
          <a:ln/>
        </p:spPr>
      </p:sp>
      <p:pic>
        <p:nvPicPr>
          <p:cNvPr id="5" name="더보기 화면" descr="더보기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554480"/>
            <a:ext cx="1983545" cy="429768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9555480" y="1463040"/>
            <a:ext cx="2166425" cy="4480560"/>
          </a:xfrm>
          <a:prstGeom prst="roundRect">
            <a:avLst>
              <a:gd name="adj" fmla="val 4221"/>
            </a:avLst>
          </a:prstGeom>
          <a:solidFill>
            <a:schemeClr val="tx1"/>
          </a:solidFill>
          <a:ln/>
        </p:spPr>
      </p:sp>
      <p:pic>
        <p:nvPicPr>
          <p:cNvPr id="7" name="자료 추가 화면" descr="자료 추가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554480"/>
            <a:ext cx="1983545" cy="4297680"/>
          </a:xfrm>
          <a:prstGeom prst="rect">
            <a:avLst/>
          </a:prstGeom>
        </p:spPr>
      </p:pic>
      <p:sp>
        <p:nvSpPr>
          <p:cNvPr id="8" name="Step badge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tep 1 head"/>
          <p:cNvSpPr txBox="1"/>
          <p:nvPr/>
        </p:nvSpPr>
        <p:spPr>
          <a:xfrm>
            <a:off x="1115568" y="1645920"/>
            <a:ext cx="6016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찬양 추가 / 말씀 추가</a:t>
            </a:r>
            <a:endParaRPr lang="en-US" sz="1800" dirty="0"/>
          </a:p>
        </p:txBody>
      </p:sp>
      <p:sp>
        <p:nvSpPr>
          <p:cNvPr id="10" name="Step 1 body"/>
          <p:cNvSpPr txBox="1"/>
          <p:nvPr/>
        </p:nvSpPr>
        <p:spPr>
          <a:xfrm>
            <a:off x="1115568" y="2029968"/>
            <a:ext cx="6016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PDF·JPG·PNG 파일을 골라 등록합니다. 찬양은 유튜브 링크를 넣을 수 있습니다.</a:t>
            </a:r>
            <a:endParaRPr lang="en-US" sz="1500" dirty="0"/>
          </a:p>
        </p:txBody>
      </p:sp>
      <p:sp>
        <p:nvSpPr>
          <p:cNvPr id="11" name="Step badge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 2 head"/>
          <p:cNvSpPr txBox="1"/>
          <p:nvPr/>
        </p:nvSpPr>
        <p:spPr>
          <a:xfrm>
            <a:off x="1115568" y="3063240"/>
            <a:ext cx="6016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선교 일정 등록 (PDF)</a:t>
            </a:r>
            <a:endParaRPr lang="en-US" sz="1800" dirty="0"/>
          </a:p>
        </p:txBody>
      </p:sp>
      <p:sp>
        <p:nvSpPr>
          <p:cNvPr id="13" name="Step 2 body"/>
          <p:cNvSpPr txBox="1"/>
          <p:nvPr/>
        </p:nvSpPr>
        <p:spPr>
          <a:xfrm>
            <a:off x="1115568" y="3447288"/>
            <a:ext cx="6016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팀에서 받은 일정표 PDF를 등록합니다.</a:t>
            </a:r>
            <a:endParaRPr lang="en-US" sz="1500" dirty="0"/>
          </a:p>
        </p:txBody>
      </p:sp>
      <p:sp>
        <p:nvSpPr>
          <p:cNvPr id="14" name="Step badge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tep 3 head"/>
          <p:cNvSpPr txBox="1"/>
          <p:nvPr/>
        </p:nvSpPr>
        <p:spPr>
          <a:xfrm>
            <a:off x="1115568" y="4480560"/>
            <a:ext cx="6016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예배 순서 등록 (PDF·사진)</a:t>
            </a:r>
            <a:endParaRPr lang="en-US" sz="1800" dirty="0"/>
          </a:p>
        </p:txBody>
      </p:sp>
      <p:sp>
        <p:nvSpPr>
          <p:cNvPr id="16" name="Step 3 body"/>
          <p:cNvSpPr txBox="1"/>
          <p:nvPr/>
        </p:nvSpPr>
        <p:spPr>
          <a:xfrm>
            <a:off x="1115568" y="4864608"/>
            <a:ext cx="6016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교체·삭제도 이 화면에서 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3 · 사용하기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찬양·말씀 추가하는 방법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9052560" y="1737360"/>
            <a:ext cx="2618842" cy="3566160"/>
          </a:xfrm>
          <a:prstGeom prst="roundRect">
            <a:avLst>
              <a:gd name="adj" fmla="val 3492"/>
            </a:avLst>
          </a:prstGeom>
          <a:solidFill>
            <a:schemeClr val="tx1"/>
          </a:solidFill>
          <a:ln/>
        </p:spPr>
      </p:sp>
      <p:pic>
        <p:nvPicPr>
          <p:cNvPr id="5" name="찬양 추가 창" descr="찬양 추가 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828800"/>
            <a:ext cx="2435962" cy="3383280"/>
          </a:xfrm>
          <a:prstGeom prst="rect">
            <a:avLst/>
          </a:prstGeom>
        </p:spPr>
      </p:pic>
      <p:sp>
        <p:nvSpPr>
          <p:cNvPr id="6" name="Step badge"/>
          <p:cNvSpPr/>
          <p:nvPr/>
        </p:nvSpPr>
        <p:spPr>
          <a:xfrm>
            <a:off x="548640" y="15727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1 head"/>
          <p:cNvSpPr txBox="1"/>
          <p:nvPr/>
        </p:nvSpPr>
        <p:spPr>
          <a:xfrm>
            <a:off x="1115568" y="155448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더보기 &gt; 자료 추가 &gt; ‘찬양 추가’</a:t>
            </a:r>
            <a:endParaRPr lang="en-US" sz="1800" dirty="0"/>
          </a:p>
        </p:txBody>
      </p:sp>
      <p:sp>
        <p:nvSpPr>
          <p:cNvPr id="8" name="Step 1 body"/>
          <p:cNvSpPr txBox="1"/>
          <p:nvPr/>
        </p:nvSpPr>
        <p:spPr>
          <a:xfrm>
            <a:off x="1115568" y="1938528"/>
            <a:ext cx="7571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말씀은 ‘말씀 추가’를 누릅니다.</a:t>
            </a:r>
            <a:endParaRPr lang="en-US" sz="1500" dirty="0"/>
          </a:p>
        </p:txBody>
      </p:sp>
      <p:sp>
        <p:nvSpPr>
          <p:cNvPr id="9" name="Step badge"/>
          <p:cNvSpPr/>
          <p:nvPr/>
        </p:nvSpPr>
        <p:spPr>
          <a:xfrm>
            <a:off x="548640" y="26700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tep 2 head"/>
          <p:cNvSpPr txBox="1"/>
          <p:nvPr/>
        </p:nvSpPr>
        <p:spPr>
          <a:xfrm>
            <a:off x="1115568" y="265176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제목을 입력하고 파일을 고릅니다</a:t>
            </a:r>
            <a:endParaRPr lang="en-US" sz="1800" dirty="0"/>
          </a:p>
        </p:txBody>
      </p:sp>
      <p:sp>
        <p:nvSpPr>
          <p:cNvPr id="11" name="Step 2 body"/>
          <p:cNvSpPr txBox="1"/>
          <p:nvPr/>
        </p:nvSpPr>
        <p:spPr>
          <a:xfrm>
            <a:off x="1115568" y="3035808"/>
            <a:ext cx="7571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‘악보·가사 파일 선택’에서 PDF나 사진(JPG·PNG)을 고릅니다.</a:t>
            </a:r>
            <a:endParaRPr lang="en-US" sz="1500" dirty="0"/>
          </a:p>
        </p:txBody>
      </p:sp>
      <p:sp>
        <p:nvSpPr>
          <p:cNvPr id="12" name="Step badge"/>
          <p:cNvSpPr/>
          <p:nvPr/>
        </p:nvSpPr>
        <p:spPr>
          <a:xfrm>
            <a:off x="548640" y="37673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Step 3 head"/>
          <p:cNvSpPr txBox="1"/>
          <p:nvPr/>
        </p:nvSpPr>
        <p:spPr>
          <a:xfrm>
            <a:off x="1115568" y="374904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유튜브 링크는 선택입니다</a:t>
            </a:r>
            <a:endParaRPr lang="en-US" sz="1800" dirty="0"/>
          </a:p>
        </p:txBody>
      </p:sp>
      <p:sp>
        <p:nvSpPr>
          <p:cNvPr id="14" name="Step 3 body"/>
          <p:cNvSpPr txBox="1"/>
          <p:nvPr/>
        </p:nvSpPr>
        <p:spPr>
          <a:xfrm>
            <a:off x="1115568" y="4133088"/>
            <a:ext cx="7571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넣으면 곡 화면에 ‘유튜브에서 듣기’ 버튼이 생깁니다. 비워 두어도 됩니다.</a:t>
            </a:r>
            <a:endParaRPr lang="en-US" sz="1500" dirty="0"/>
          </a:p>
        </p:txBody>
      </p:sp>
      <p:sp>
        <p:nvSpPr>
          <p:cNvPr id="15" name="Step badge"/>
          <p:cNvSpPr/>
          <p:nvPr/>
        </p:nvSpPr>
        <p:spPr>
          <a:xfrm>
            <a:off x="548640" y="48646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Step 4 head"/>
          <p:cNvSpPr txBox="1"/>
          <p:nvPr/>
        </p:nvSpPr>
        <p:spPr>
          <a:xfrm>
            <a:off x="1115568" y="484632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‘등록’을 누릅니다</a:t>
            </a:r>
            <a:endParaRPr lang="en-US" sz="1800" dirty="0"/>
          </a:p>
        </p:txBody>
      </p:sp>
      <p:sp>
        <p:nvSpPr>
          <p:cNvPr id="17" name="Step 4 body"/>
          <p:cNvSpPr txBox="1"/>
          <p:nvPr/>
        </p:nvSpPr>
        <p:spPr>
          <a:xfrm>
            <a:off x="1115568" y="5230368"/>
            <a:ext cx="7571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찬양은 예배 탭의 찬양 목록 아래, 말씀은 ‘말씀’ 구역에 나옵니다.</a:t>
            </a:r>
            <a:endParaRPr lang="en-US" sz="1500" dirty="0"/>
          </a:p>
        </p:txBody>
      </p:sp>
      <p:sp>
        <p:nvSpPr>
          <p:cNvPr id="18" name="Note"/>
          <p:cNvSpPr txBox="1"/>
          <p:nvPr/>
        </p:nvSpPr>
        <p:spPr>
          <a:xfrm>
            <a:off x="548640" y="59893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삭제: 등록한 곡·말씀을 열고 ‘삭제’ &gt; 확인. 폰에 있는 원본 파일은 지워지지 않습니다.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 3 · 사용하기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연락처와 설정</a:t>
            </a:r>
            <a:endParaRPr lang="en-US" sz="3200" dirty="0"/>
          </a:p>
        </p:txBody>
      </p:sp>
      <p:sp>
        <p:nvSpPr>
          <p:cNvPr id="4" name="Card 기본 연락처"/>
          <p:cNvSpPr/>
          <p:nvPr/>
        </p:nvSpPr>
        <p:spPr>
          <a:xfrm>
            <a:off x="548640" y="160020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기본 연락처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21992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숙소 정보가 기본으로 들어 있습니다.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‘수정’으로 이름·전화번호·메모를 바꾸고, ‘기본값으로 되돌리기’로 원래대로 돌립니다.</a:t>
            </a:r>
            <a:endParaRPr lang="en-US" sz="1600" dirty="0"/>
          </a:p>
        </p:txBody>
      </p:sp>
      <p:sp>
        <p:nvSpPr>
          <p:cNvPr id="7" name="Card 개인 연락처"/>
          <p:cNvSpPr/>
          <p:nvPr/>
        </p:nvSpPr>
        <p:spPr>
          <a:xfrm>
            <a:off x="6217920" y="160020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76479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개인 연락처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21992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‘연락처 추가’로 직접 입력합니다.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수정과 삭제도 할 수 있습니다.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번호가 있으면 ‘전화 앱 열기’와 ‘번호 복사’가 나옵니다.</a:t>
            </a:r>
            <a:endParaRPr lang="en-US" sz="1600" dirty="0"/>
          </a:p>
        </p:txBody>
      </p:sp>
      <p:sp>
        <p:nvSpPr>
          <p:cNvPr id="10" name="Card 글자 크기"/>
          <p:cNvSpPr/>
          <p:nvPr/>
        </p:nvSpPr>
        <p:spPr>
          <a:xfrm>
            <a:off x="548640" y="411480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27939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글자 크기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73659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더보기 &gt; 설정에서 ‘보통 / 크게 / 아주 크게’를 고릅니다.</a:t>
            </a:r>
            <a:endParaRPr lang="en-US" sz="1600" dirty="0"/>
          </a:p>
        </p:txBody>
      </p:sp>
      <p:sp>
        <p:nvSpPr>
          <p:cNvPr id="13" name="Card 화면 켜짐 유지"/>
          <p:cNvSpPr/>
          <p:nvPr/>
        </p:nvSpPr>
        <p:spPr>
          <a:xfrm>
            <a:off x="6217920" y="411480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427939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화면 켜짐 유지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73659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읽기 화면에서 화면이 꺼지지 않게 할 수 있습니다. 배터리를 아끼려면 끕니다.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도움말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문제가 생겼을 때</a:t>
            </a:r>
            <a:endParaRPr lang="en-US" sz="3200" dirty="0"/>
          </a:p>
        </p:txBody>
      </p:sp>
      <p:sp>
        <p:nvSpPr>
          <p:cNvPr id="4" name="FAQ 1"/>
          <p:cNvSpPr/>
          <p:nvPr/>
        </p:nvSpPr>
        <p:spPr>
          <a:xfrm>
            <a:off x="548640" y="155448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설치 버튼이 안 눌려요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7627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STEP 4 ‘이 출처 허용’과 STEP 5 ‘자동 차단’을 확인합니다.</a:t>
            </a:r>
            <a:endParaRPr lang="en-US" sz="1500" dirty="0"/>
          </a:p>
        </p:txBody>
      </p:sp>
      <p:sp>
        <p:nvSpPr>
          <p:cNvPr id="7" name="FAQ 2"/>
          <p:cNvSpPr/>
          <p:nvPr/>
        </p:nvSpPr>
        <p:spPr>
          <a:xfrm>
            <a:off x="6217920" y="155448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66420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‘패키지를 파싱하는 중 문제가 발생했습니다’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7627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다운로드가 덜 된 파일입니다. 지우고 다시 받습니다. (약 97MB)</a:t>
            </a:r>
            <a:endParaRPr lang="en-US" sz="1500" dirty="0"/>
          </a:p>
        </p:txBody>
      </p:sp>
      <p:sp>
        <p:nvSpPr>
          <p:cNvPr id="10" name="FAQ 3"/>
          <p:cNvSpPr/>
          <p:nvPr/>
        </p:nvSpPr>
        <p:spPr>
          <a:xfrm>
            <a:off x="548640" y="3182112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91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앱 아이콘이 안 보여요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0390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앱 이름은 ‘필리핀 선교’입니다. 앱 목록에서 검색해 보세요.</a:t>
            </a:r>
            <a:endParaRPr lang="en-US" sz="1500" dirty="0"/>
          </a:p>
        </p:txBody>
      </p:sp>
      <p:sp>
        <p:nvSpPr>
          <p:cNvPr id="13" name="FAQ 4"/>
          <p:cNvSpPr/>
          <p:nvPr/>
        </p:nvSpPr>
        <p:spPr>
          <a:xfrm>
            <a:off x="6217920" y="3182112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291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통역 버튼이 회색이에요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80390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인터넷 연결과 마이크 권한을 확인합니다.</a:t>
            </a:r>
            <a:endParaRPr lang="en-US" sz="1500" dirty="0"/>
          </a:p>
        </p:txBody>
      </p:sp>
      <p:sp>
        <p:nvSpPr>
          <p:cNvPr id="16" name="FAQ 5"/>
          <p:cNvSpPr/>
          <p:nvPr/>
        </p:nvSpPr>
        <p:spPr>
          <a:xfrm>
            <a:off x="548640" y="4809744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9194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선교 일정이 비어 있어요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431536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더보기 &gt; 자료 추가에서 PDF를 직접 등록해야 합니다.</a:t>
            </a:r>
            <a:endParaRPr lang="en-US" sz="1500" dirty="0"/>
          </a:p>
        </p:txBody>
      </p:sp>
      <p:sp>
        <p:nvSpPr>
          <p:cNvPr id="19" name="FAQ 6"/>
          <p:cNvSpPr/>
          <p:nvPr/>
        </p:nvSpPr>
        <p:spPr>
          <a:xfrm>
            <a:off x="6217920" y="4809744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49194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그래도 안 돼요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5431536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화면과 오류 문구를 캡처해 팀 담당자에게 보내 주세요.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도움말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업데이트와 삭제</a:t>
            </a:r>
            <a:endParaRPr lang="en-US" sz="3200" dirty="0"/>
          </a:p>
        </p:txBody>
      </p:sp>
      <p:sp>
        <p:nvSpPr>
          <p:cNvPr id="4" name="Card 새 버전으로 업데이트"/>
          <p:cNvSpPr/>
          <p:nvPr/>
        </p:nvSpPr>
        <p:spPr>
          <a:xfrm>
            <a:off x="548640" y="1600200"/>
            <a:ext cx="54406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새 버전으로 업데이트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21992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새 링크에서 같은 방법으로 받아 설치하면 기존 앱 위에 덮어 설치됩니다.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등록한 찬양·말씀·선교 일정·연락처는 그대로 남습니다.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업데이트 전에 앱을 지울 필요가 없습니다.</a:t>
            </a:r>
            <a:endParaRPr lang="en-US" sz="1600" dirty="0"/>
          </a:p>
        </p:txBody>
      </p:sp>
      <p:sp>
        <p:nvSpPr>
          <p:cNvPr id="7" name="Card 앱을 삭제하기 전에"/>
          <p:cNvSpPr/>
          <p:nvPr/>
        </p:nvSpPr>
        <p:spPr>
          <a:xfrm>
            <a:off x="6217920" y="1600200"/>
            <a:ext cx="54406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76479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앱을 삭제하기 전에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21992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앱을 삭제하면 등록한 자료가 모두 사라집니다.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(찬양, 말씀, 선교 일정, 예배 순서, 연락처 수정)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원본 PDF와 사진은 폰에 남아 있어 다시 등록할 수 있습니다.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63440"/>
            <a:ext cx="11100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이 앱은 개발 버전입니다. 번역·독음은 현지 검수 전 초안이므로 사용 전에 현지 협력자에게 확인하세요.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ilMission Manual">
  <a:themeElements>
    <a:clrScheme name="PhilMission Manual">
      <a:dk1>
        <a:srgbClr val="1E2A28"/>
      </a:dk1>
      <a:lt1>
        <a:srgbClr val="FFFFFF"/>
      </a:lt1>
      <a:dk2>
        <a:srgbClr val="1F4E45"/>
      </a:dk2>
      <a:lt2>
        <a:srgbClr val="EEF5F2"/>
      </a:lt2>
      <a:accent1>
        <a:srgbClr val="246454"/>
      </a:accent1>
      <a:accent2>
        <a:srgbClr val="E8772E"/>
      </a:accent2>
      <a:accent3>
        <a:srgbClr val="2E3A7A"/>
      </a:accent3>
      <a:accent4>
        <a:srgbClr val="97BC62"/>
      </a:accent4>
      <a:accent5>
        <a:srgbClr val="5F6F6A"/>
      </a:accent5>
      <a:accent6>
        <a:srgbClr val="C0392B"/>
      </a:accent6>
      <a:hlink>
        <a:srgbClr val="1F6FEB"/>
      </a:hlink>
      <a:folHlink>
        <a:srgbClr val="6B4C9A"/>
      </a:folHlink>
    </a:clrScheme>
    <a:fontScheme name="PhilMission Manua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필리핀 선교 앱 설치 및 사용 매뉴얼</dc:title>
  <dc:subject>PptxGenJS Presentation</dc:subject>
  <dc:creator>필리핀 선교팀</dc:creator>
  <cp:lastModifiedBy>필리핀 선교팀</cp:lastModifiedBy>
  <cp:revision>1</cp:revision>
  <dcterms:created xsi:type="dcterms:W3CDTF">2026-10-06T03:45:54Z</dcterms:created>
  <dcterms:modified xsi:type="dcterms:W3CDTF">2026-10-06T03:45:54Z</dcterms:modified>
</cp:coreProperties>
</file>